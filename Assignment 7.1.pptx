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8" Type="http://schemas.openxmlformats.org/officeDocument/2006/relationships/viewProps" Target="viewProps.xml" /><Relationship Id="rId7" Type="http://schemas.openxmlformats.org/officeDocument/2006/relationships/presProps" Target="presProps.xml" /><Relationship Id="rId1" Type="http://schemas.openxmlformats.org/officeDocument/2006/relationships/slideMaster" Target="slideMasters/slideMaster1.xml" /><Relationship Id="rId10" Type="http://schemas.openxmlformats.org/officeDocument/2006/relationships/tableStyles" Target="tableStyles.xml" /><Relationship Id="rId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Assignment 7.1</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Kunaal Raghav</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Download the Necessary Packages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Bullets</a:t>
            </a:r>
          </a:p>
        </p:txBody>
      </p:sp>
      <p:sp>
        <p:nvSpPr>
          <p:cNvPr id="3" name="Content Placeholder 2"/>
          <p:cNvSpPr>
            <a:spLocks noGrp="1"/>
          </p:cNvSpPr>
          <p:nvPr>
            <p:ph idx="1"/>
          </p:nvPr>
        </p:nvSpPr>
        <p:spPr/>
        <p:txBody>
          <a:bodyPr/>
          <a:lstStyle/>
          <a:p>
            <a:pPr lvl="0" indent="0">
              <a:buNone/>
            </a:pPr>
            <a:r>
              <a:rPr>
                <a:latin typeface="Courier"/>
              </a:rPr>
              <a:t>                                        Country.Name Country.Code
1                                         Bangladesh          BGD
2                                         Bangladesh          BGD
3                                         Bangladesh          BGD
4                                              China          CHN
5                                              China          CHN
6                                              China          CHN
7                                              Chile          CHL
8                                              Chile          CHL
9                                              Chile          CHL
10                                              Chad          TCD
11                                              Chad          TCD
12                                              Chad          TCD
13                                          Colombia          COL
14                                          Colombia          COL
15                                          Colombia          COL
16                                     Cote d'Ivoire          CIV
17                                     Cote d'Ivoire          CIV
18                                     Cote d'Ivoire          CIV
19                                           Ireland          IRL
20                                           Ireland          IRL
21                                           Ireland          IRL
22                                             India          IND
23                                             India          IND
24                                             India          IND
25                                Iran, Islamic Rep.          IRN
26                                Iran, Islamic Rep.          IRN
27                                Iran, Islamic Rep.          IRN
28                                             Haiti          HTI
29                                             Haiti          HTI
30                                             Haiti          HTI
31                                            Guinea          GIN
32                                            Guinea          GIN
33                                            Guinea          GIN
34                                          Honduras          HND
35                                          Honduras          HND
36                                          Honduras          HND
37                                           Hungary          HUN
38                                           Hungary          HUN
39                                           Hungary          HUN
40                                            Guyana          GUY
41                                            Guyana          GUY
42                                            Guyana          GUY
43                                              Iraq          IRQ
44                                              Iraq          IRQ
45                                              Iraq          IRQ
46                                             Italy          ITA
47                                             Italy          ITA
48                                             Italy          ITA
49                                             Japan          JPN
50                                             Japan          JPN
51                                             Japan          JPN
52                                        Kazakhstan          KAZ
53                                        Kazakhstan          KAZ
54                                        Kazakhstan          KAZ
55                                             Kenya          KEN
56                                             Kenya          KEN
57                                             Kenya          KEN
58                                            Jordan          JOR
59                                            Jordan          JOR
60                                            Jordan          JOR
61                                           Jamaica          JAM
62                                           Jamaica          JAM
63                                           Jamaica          JAM
64                                            Kuwait          KWT
65                                            Kuwait          KWT
66                                            Kuwait          KWT
67                                             Libya          LBY
68                                             Libya          LBY
69                                             Libya          LBY
70                                           Lebanon          LBN
71                                           Lebanon          LBN
72                                           Lebanon          LBN
73                                            Mexico          MEX
74                                            Mexico          MEX
75                                            Mexico          MEX
76                                          Malaysia          MYS
77                                          Malaysia          MYS
78                                          Malaysia          MYS
79                                        Madagascar          MDG
80                                        Madagascar          MDG
81                                        Madagascar          MDG
82                                          Maldives          MDV
83                                          Maldives          MDV
84                                          Maldives          MDV
85                                           Morocco          MAR
86                                           Morocco          MAR
87                                           Morocco          MAR
88                                        Montenegro          MNE
89                                        Montenegro          MNE
90                                        Montenegro          MNE
91                                            Monaco          MCO
92                                            Monaco          MCO
93                                            Monaco          MCO
94                                           Vanuatu          VUT
95                                           Vanuatu          VUT
96                                           Vanuatu          VUT
97                              United Arab Emirates          ARE
98                              United Arab Emirates          ARE
99                              United Arab Emirates          ARE
100                                           Uganda          UGA
101                                           Uganda          UGA
102                                           Uganda          UGA
103                                    United States          USA
104                                    United States          USA
105                                    United States          USA
106                                         Zimbabwe          ZWE
107                                         Zimbabwe          ZWE
108                                         Zimbabwe          ZWE
109 Data from database: World Development Indicators         &lt;NA&gt;
110                         Last Updated: 02/24/2026         &lt;NA&gt;
                                                                                           Series.Name
1                                                            Gross capital formation (annual % growth)
2                                                             Fertility rate, total (births per woman)
3   Educational attainment, at least completed post-secondary, population 25+, female (%) (cumulative)
4                                                            Gross capital formation (annual % growth)
5                                                             Fertility rate, total (births per woman)
6   Educational attainment, at least completed post-secondary, population 25+, female (%) (cumulative)
7                                                            Gross capital formation (annual % growth)
8                                                             Fertility rate, total (births per woman)
9   Educational attainment, at least completed post-secondary, population 25+, female (%) (cumulative)
10                                                           Gross capital formation (annual % growth)
11                                                            Fertility rate, total (births per woman)
12  Educational attainment, at least completed post-secondary, population 25+, female (%) (cumulative)
13                                                           Gross capital formation (annual % growth)
14                                                            Fertility rate, total (births per woman)
15  Educational attainment, at least completed post-secondary, population 25+, female (%) (cumulative)
16                                                           Gross capital formation (annual % growth)
17                                                            Fertility rate, total (births per woman)
18  Educational attainment, at least completed post-secondary, population 25+, female (%) (cumulative)
19                                                           Gross capital formation (annual % growth)
20                                                            Fertility rate, total (births per woman)
21  Educational attainment, at least completed post-secondary, population 25+, female (%) (cumulative)
22                                                           Gross capital formation (annual % growth)
23                                                            Fertility rate, total (births per woman)
24  Educational attainment, at least completed post-secondary, population 25+, female (%) (cumulative)
25                                                           Gross capital formation (annual % growth)
26                                                            Fertility rate, total (births per woman)
27  Educational attainment, at least completed post-secondary, population 25+, female (%) (cumulative)
28                                                           Gross capital formation (annual % growth)
29                                                            Fertility rate, total (births per woman)
30  Educational attainment, at least completed post-secondary, population 25+, female (%) (cumulative)
31                                                           Gross capital formation (annual % growth)
32                                                            Fertility rate, total (births per woman)
33  Educational attainment, at least completed post-secondary, population 25+, female (%) (cumulative)
34                                                           Gross capital formation (annual % growth)
35                                                            Fertility rate, total (births per woman)
36  Educational attainment, at least completed post-secondary, population 25+, female (%) (cumulative)
37                                                           Gross capital formation (annual % growth)
38                                                            Fertility rate, total (births per woman)
39  Educational attainment, at least completed post-secondary, population 25+, female (%) (cumulative)
40                                                           Gross capital formation (annual % growth)
41                                                            Fertility rate, total (births per woman)
42  Educational attainment, at least completed post-secondary, population 25+, female (%) (cumulative)
43                                                           Gross capital formation (annual % growth)
44                                                            Fertility rate, total (births per woman)
45  Educational attainment, at least completed post-secondary, population 25+, female (%) (cumulative)
46                                                           Gross capital formation (annual % growth)
47                                                            Fertility rate, total (births per woman)
48  Educational attainment, at least completed post-secondary, population 25+, female (%) (cumulative)
49                                                           Gross capital formation (annual % growth)
50                                                            Fertility rate, total (births per woman)
51  Educational attainment, at least completed post-secondary, population 25+, female (%) (cumulative)
52                                                           Gross capital formation (annual % growth)
53                                                            Fertility rate, total (births per woman)
54  Educational attainment, at least completed post-secondary, population 25+, female (%) (cumulative)
55                                                           Gross capital formation (annual % growth)
56                                                            Fertility rate, total (births per woman)
57  Educational attainment, at least completed post-secondary, population 25+, female (%) (cumulative)
58                                                           Gross capital formation (annual % growth)
59                                                            Fertility rate, total (births per woman)
60  Educational attainment, at least completed post-secondary, population 25+, female (%) (cumulative)
61                                                           Gross capital formation (annual % growth)
62                                                            Fertility rate, total (births per woman)
63  Educational attainment, at least completed post-secondary, population 25+, female (%) (cumulative)
64                                                           Gross capital formation (annual % growth)
65                                                            Fertility rate, total (births per woman)
66  Educational attainment, at least completed post-secondary, population 25+, female (%) (cumulative)
67                                                           Gross capital formation (annual % growth)
68                                                            Fertility rate, total (births per woman)
69  Educational attainment, at least completed post-secondary, population 25+, female (%) (cumulative)
70                                                           Gross capital formation (annual % growth)
71                                                            Fertility rate, total (births per woman)
72  Educational attainment, at least completed post-secondary, population 25+, female (%) (cumulative)
73                                                           Gross capital formation (annual % growth)
74                                                            Fertility rate, total (births per woman)
75  Educational attainment, at least completed post-secondary, population 25+, female (%) (cumulative)
76                                                           Gross capital formation (annual % growth)
77                                                            Fertility rate, total (births per woman)
78  Educational attainment, at least completed post-secondary, population 25+, female (%) (cumulative)
79                                                           Gross capital formation (annual % growth)
80                                                            Fertility rate, total (births per woman)
81  Educational attainment, at least completed post-secondary, population 25+, female (%) (cumulative)
82                                                           Gross capital formation (annual % growth)
83                                                            Fertility rate, total (births per woman)
84  Educational attainment, at least completed post-secondary, population 25+, female (%) (cumulative)
85                                                           Gross capital formation (annual % growth)
86                                                            Fertility rate, total (births per woman)
87  Educational attainment, at least completed post-secondary, population 25+, female (%) (cumulative)
88                                                           Gross capital formation (annual % growth)
89                                                            Fertility rate, total (births per woman)
90  Educational attainment, at least completed post-secondary, population 25+, female (%) (cumulative)
91                                                           Gross capital formation (annual % growth)
92                                                            Fertility rate, total (births per woman)
93  Educational attainment, at least completed post-secondary, population 25+, female (%) (cumulative)
94                                                           Gross capital formation (annual % growth)
95                                                            Fertility rate, total (births per woman)
96  Educational attainment, at least completed post-secondary, population 25+, female (%) (cumulative)
97                                                           Gross capital formation (annual % growth)
98                                                            Fertility rate, total (births per woman)
99  Educational attainment, at least completed post-secondary, population 25+, female (%) (cumulative)
100                                                          Gross capital formation (annual % growth)
101                                                           Fertility rate, total (births per woman)
102 Educational attainment, at least completed post-secondary, population 25+, female (%) (cumulative)
103                                                          Gross capital formation (annual % growth)
104                                                           Fertility rate, total (births per woman)
105 Educational attainment, at least completed post-secondary, population 25+, female (%) (cumulative)
106                                                          Gross capital formation (annual % growth)
107                                                           Fertility rate, total (births per woman)
108 Educational attainment, at least completed post-secondary, population 25+, female (%) (cumulative)
109                                                                                               &lt;NA&gt;
110                                                                                               &lt;NA&gt;
             Series.Code               1960                1961
1      NE.GDI.TOTL.KD.ZG                 ..  18.764939980773249
2         SP.DYN.TFRT.IN              6.742                6.78
3   SE.SEC.CUAT.PO.FE.ZS                 ..                  ..
4      NE.GDI.TOTL.KD.ZG                 ..                  ..
5         SP.DYN.TFRT.IN 4.4509999999999996               3.863
6   SE.SEC.CUAT.PO.FE.ZS                 ..                  ..
7      NE.GDI.TOTL.KD.ZG                 ..  1.2858581450955171
8         SP.DYN.TFRT.IN 4.6970000000000001  4.6550000000000002
9   SE.SEC.CUAT.PO.FE.ZS                 ..                  ..
10     NE.GDI.TOTL.KD.ZG                 ..                  ..
11        SP.DYN.TFRT.IN               6.25  6.2679999999999998
12  SE.SEC.CUAT.PO.FE.ZS                 ..                  ..
13     NE.GDI.TOTL.KD.ZG                 ..   10.08521199851215
14        SP.DYN.TFRT.IN 6.7350000000000003  6.7119999999999997
15  SE.SEC.CUAT.PO.FE.ZS                 ..                  ..
16     NE.GDI.TOTL.KD.ZG                 ..                  ..
17        SP.DYN.TFRT.IN 7.6909999999999998                7.72
18  SE.SEC.CUAT.PO.FE.ZS                 ..                  ..
19     NE.GDI.TOTL.KD.ZG                 ..                  ..
20        SP.DYN.TFRT.IN               3.78                3.78
21  SE.SEC.CUAT.PO.FE.ZS                 ..                  ..
22     NE.GDI.TOTL.KD.ZG                 .. -1.0432659014677483
23        SP.DYN.TFRT.IN 5.9210000000000003  5.9370000000000003
24  SE.SEC.CUAT.PO.FE.ZS                 ..                  ..
25     NE.GDI.TOTL.KD.ZG                 ..  6.5871575882885196
26        SP.DYN.TFRT.IN 7.5190000000000001  7.4589999999999996
27  SE.SEC.CUAT.PO.FE.ZS                 ..                  ..
28     NE.GDI.TOTL.KD.ZG                 ..                  ..
29        SP.DYN.TFRT.IN 6.1779999999999999  6.1790000000000003
30  SE.SEC.CUAT.PO.FE.ZS                 ..                  ..
31     NE.GDI.TOTL.KD.ZG                 ..                  ..
32        SP.DYN.TFRT.IN 6.1120000000000001  6.1260000000000003
33  SE.SEC.CUAT.PO.FE.ZS                 ..                  ..
34     NE.GDI.TOTL.KD.ZG                 .. -2.3106996984528223
35        SP.DYN.TFRT.IN 7.4580000000000002  7.4480000000000004
36  SE.SEC.CUAT.PO.FE.ZS                 ..                  ..
37     NE.GDI.TOTL.KD.ZG                 ..                  ..
38        SP.DYN.TFRT.IN               2.02                1.94
39  SE.SEC.CUAT.PO.FE.ZS                 ..                  ..
40     NE.GDI.TOTL.KD.ZG                 ..                  ..
41        SP.DYN.TFRT.IN 6.3310000000000004  6.3390000000000004
42  SE.SEC.CUAT.PO.FE.ZS                 ..                  ..
43     NE.GDI.TOTL.KD.ZG                 ..                  ..
44        SP.DYN.TFRT.IN                5.3                 5.8
45  SE.SEC.CUAT.PO.FE.ZS                 ..                  ..
46     NE.GDI.TOTL.KD.ZG                 ..                  ..
47        SP.DYN.TFRT.IN                2.4                2.44
48  SE.SEC.CUAT.PO.FE.ZS                 ..                  ..
49     NE.GDI.TOTL.KD.ZG                 ..                  ..
50        SP.DYN.TFRT.IN                  2                1.96
51  SE.SEC.CUAT.PO.FE.ZS                 ..                  ..
52     NE.GDI.TOTL.KD.ZG                 ..                  ..
53        SP.DYN.TFRT.IN 4.4950000000000001  4.4240000000000004
54  SE.SEC.CUAT.PO.FE.ZS                 ..                  ..
55     NE.GDI.TOTL.KD.ZG                 .. -35.187909439417439
56        SP.DYN.TFRT.IN 7.6509999999999998  7.7149999999999999
57  SE.SEC.CUAT.PO.FE.ZS                 ..                  ..
58     NE.GDI.TOTL.KD.ZG                 ..                  ..
59        SP.DYN.TFRT.IN 7.5990000000000002  7.6989999999999998
60  SE.SEC.CUAT.PO.FE.ZS                 ..                  ..
61     NE.GDI.TOTL.KD.ZG                 ..                  ..
62        SP.DYN.TFRT.IN 5.5380000000000003  5.5970000000000004
63  SE.SEC.CUAT.PO.FE.ZS                 ..                  ..
64     NE.GDI.TOTL.KD.ZG                 ..                  ..
65        SP.DYN.TFRT.IN 7.2229999999999999  7.2480000000000002
66  SE.SEC.CUAT.PO.FE.ZS                 ..                  ..
67     NE.GDI.TOTL.KD.ZG                 ..                  ..
68        SP.DYN.TFRT.IN 7.5090000000000003               7.556
69  SE.SEC.CUAT.PO.FE.ZS                 ..                  ..
70     NE.GDI.TOTL.KD.ZG                 ..                  ..
71        SP.DYN.TFRT.IN 5.8769999999999998               5.891
72  SE.SEC.CUAT.PO.FE.ZS                 ..                  ..
73     NE.GDI.TOTL.KD.ZG                 ..  3.5415330932758309
74        SP.DYN.TFRT.IN 6.7629999999999999  6.7770000000000001
75  SE.SEC.CUAT.PO.FE.ZS                 ..                  ..
76     NE.GDI.TOTL.KD.ZG                 .. -2.7327545914852749
77        SP.DYN.TFRT.IN 6.4119999999999999               6.367
78  SE.SEC.CUAT.PO.FE.ZS                 ..                  ..
79     NE.GDI.TOTL.KD.ZG                 .. -13.332961088488688
80        SP.DYN.TFRT.IN              7.343  7.2990000000000004
81  SE.SEC.CUAT.PO.FE.ZS                 ..                  ..
82     NE.GDI.TOTL.KD.ZG                 ..                  ..
83        SP.DYN.TFRT.IN 6.7130000000000001  6.7919999999999998
84  SE.SEC.CUAT.PO.FE.ZS                 ..                  ..
85     NE.GDI.TOTL.KD.ZG                 ..                  ..
86        SP.DYN.TFRT.IN 6.8869999999999996  6.9690000000000003
87  SE.SEC.CUAT.PO.FE.ZS                 ..                  ..
88     NE.GDI.TOTL.KD.ZG                 ..                  ..
89        SP.DYN.TFRT.IN              3.532  3.4870000000000001
90  SE.SEC.CUAT.PO.FE.ZS                 ..                  ..
91     NE.GDI.TOTL.KD.ZG                 ..                  ..
92        SP.DYN.TFRT.IN 2.8119999999999998  2.7829999999999999
93  SE.SEC.CUAT.PO.FE.ZS                 ..                  ..
94     NE.GDI.TOTL.KD.ZG                 ..                  ..
95        SP.DYN.TFRT.IN 6.7839999999999998  6.7290000000000001
96  SE.SEC.CUAT.PO.FE.ZS                 ..                  ..
97     NE.GDI.TOTL.KD.ZG                 ..                  ..
98        SP.DYN.TFRT.IN 6.4989999999999997  6.4939999999999998
99  SE.SEC.CUAT.PO.FE.ZS                 ..                  ..
100    NE.GDI.TOTL.KD.ZG                 ..                  ..
101       SP.DYN.TFRT.IN 6.9050000000000002  6.9269999999999996
102 SE.SEC.CUAT.PO.FE.ZS                 ..                  ..
103    NE.GDI.TOTL.KD.ZG                 ..                  ..
104       SP.DYN.TFRT.IN 3.6539999999999999                3.62
105 SE.SEC.CUAT.PO.FE.ZS                 ..                  ..
106    NE.GDI.TOTL.KD.ZG                 ..                  ..
107       SP.DYN.TFRT.IN 7.1950000000000003  7.2119999999999997
108 SE.SEC.CUAT.PO.FE.ZS                 ..                  ..
109                 &lt;NA&gt;               &lt;NA&gt;                &lt;NA&gt;
110                 &lt;NA&gt;               &lt;NA&gt;                &lt;NA&gt;
                    1962                1963                1964
1     61.888636233564434 -23.493379044439266  25.297933030095422
2                  6.806               6.798  6.7850000000000001
3                     ..                  ..                  ..
4                     ..                  ..                  ..
5                  6.085  7.5129999999999999  6.6719999999999997
6                     ..                  ..                  ..
7     12.269610214927425  14.761580381798339 -5.6983439183877209
8     4.6020000000000003  4.5359999999999996  4.4569999999999999
9                     ..                  ..                  ..
10                    ..                  ..                  ..
11    6.2850000000000001  6.3010000000000002  6.3179999999999996
12                    ..                  ..                  ..
13   -6.6759707911972015 -3.4266317799240653  13.199503063837085
14    6.6630000000000003  6.5839999999999996  6.4749999999999996
15                    ..                  ..                  ..
16                    ..                  ..                  ..
17                  7.75  7.7809999999999997  7.8109999999999999
18                    ..                  ..                  ..
19                    ..                  ..                  ..
20                  3.92                4.01                4.07
21                    ..                  ..                  ..
22     14.19693355227119  7.4152395477375705  10.403832948015477
23    5.9530000000000003  5.9690000000000003  5.9790000000000001
24                    ..                  ..                  ..
25  -0.35001215910553185  6.6570345185916722  18.551709134044913
26    7.4009999999999998  7.3170000000000002  7.2370000000000001
27                    ..                  ..                  ..
28                    ..                  ..                  ..
29    6.1749999999999998               6.173  6.1639999999999997
30                    ..                  ..                  ..
31                    ..                  ..                  ..
32                  6.14  6.1529999999999996  6.1660000000000004
33                    ..                  ..                  ..
34   -14.820004716866293 -59.868325776077597 -11.098484817664044
35    7.4429999999999996  7.4409999999999998  7.4429999999999996
36                    ..                  ..                  ..
37                    ..                  ..                  ..
38                  1.79                1.82                1.82
39                    ..                  ..                  ..
40                    ..                  ..                  ..
41    6.3330000000000002  6.3070000000000004  6.2320000000000002
42                    ..                  ..                  ..
43                    ..                  ..                  ..
44    6.9909999999999997  7.0049999999999999                7.01
45                    ..                  ..                  ..
46                    ..                  ..                  ..
47                  2.46  2.5099999999999998                2.66
48                    ..                  ..                  ..
49                    ..                  ..                  ..
50                  1.98                   2  2.0499999999999998
51                    ..                  ..                  ..
52                    ..                  ..                  ..
53    4.3570000000000002  4.2640000000000002  4.0709999999999997
54                    ..                  ..                  ..
55    -7.476538867211616  19.475652347032636 -15.824063342496302
56    7.7690000000000001  7.8170000000000002  7.8689999999999998
57                    ..                  ..                  ..
58                    ..                  ..                  ..
59    7.7850000000000001  7.8540000000000001  7.9130000000000003
60                    ..                  ..                  ..
61                    ..                  ..                  ..
62    5.6349999999999998  5.7309999999999999                5.79
63                    ..                  ..                  ..
64                    ..                  ..                  ..
65    7.2539999999999996  7.2750000000000004  7.2859999999999996
66                    ..                  ..                  ..
67                    ..                  ..                  ..
68                  7.61  7.6849999999999996  7.7519999999999998
69                    ..                  ..                  ..
70                    ..                  ..                  ..
71    5.9020000000000001  5.9050000000000002               5.851
72                    ..                  ..                  ..
73  -0.41774590244543219  17.164585224964071  19.515889154698513
74                   6.8  6.8170000000000002  6.8330000000000002
75                    ..                  ..                  ..
76    27.680088198526562  3.4854414756414087  2.1589229393195808
77    6.2960000000000003  6.1909999999999998                6.03
78                    ..                  ..                  ..
79    -13.76511826271323  33.333022781658627  8.4505528569852117
80    7.2560000000000002  7.2119999999999997  7.1879999999999997
81                    ..                  ..                  ..
82                    ..                  ..                  ..
83    6.8869999999999996  6.9409999999999998  7.0030000000000001
84                    ..                  ..                  ..
85                    ..                  ..                  ..
86    7.0460000000000003  7.0119999999999996                6.97
87                    ..                  ..                  ..
88                    ..                  ..                  ..
89    3.4430000000000001  3.3820000000000001  3.2789999999999999
90                    ..                  ..                  ..
91                    ..                  ..                  ..
92    2.7559999999999998  2.7269999999999999                2.69
93                    ..                  ..                  ..
94                    ..                  ..                  ..
95    6.6719999999999997  6.6230000000000002  6.5679999999999996
96                    ..                  ..                  ..
97                    ..                  ..                  ..
98    6.4889999999999999  6.4950000000000001  6.4939999999999998
99                    ..                  ..                  ..
100                   ..                  ..                  ..
101   6.9589999999999996               6.984  7.0119999999999996
102                   ..                  ..                  ..
103                   ..                  ..                  ..
104   3.4609999999999999               3.319                3.19
105                   ..                  ..                  ..
106                   ..                  ..                  ..
107   7.2309999999999999                7.23                7.23
108                   ..                  ..                  ..
109                 &lt;NA&gt;                &lt;NA&gt;                &lt;NA&gt;
110                 &lt;NA&gt;                &lt;NA&gt;                &lt;NA&gt;
                   1965               1966                1967
1    11.852870220462592 4.2419530862414234  12.884694571234888
2    6.7709999999999999              6.766                6.79
3                    ..                 ..                  ..
4                    ..                 ..                  ..
5    6.6050000000000004 6.3070000000000004               5.806
6                    ..                 ..                  ..
7   -6.0426764016277161 3.2178825845760741  2.1375102753022901
8    4.3639999999999999 4.2590000000000003  4.1440000000000001
9                    ..                 ..                  ..
10                   ..                 ..                  ..
11   6.3369999999999997 6.3620000000000001  6.3929999999999998
12                   ..                 ..                  ..
13  -3.1923839646512846 29.734470287273894 -9.2601451816265552
14   6.3330000000000002 6.1589999999999998  5.9569999999999999
15                   ..                 ..                  ..
16                   ..                 ..                  ..
17   7.8410000000000002 7.8680000000000003  7.8929999999999998
18                   ..                 ..                  ..
19                   ..                 ..                  ..
20                 4.04               3.94                3.84
21                   ..                 ..                  ..
22   10.382610137168598 4.7436797477649009 -4.1543847810835075
23   5.9409999999999998 5.8810000000000002  5.8250000000000002
24                   ..                 ..                  ..
25   23.768211880971577  11.35134276567004   13.92748277380089
26   7.2220000000000004 7.2140000000000004                7.19
27                   ..                 ..                  ..
28                   ..                 ..                  ..
29   6.1289999999999996              6.093  6.0510000000000002
30                   ..                 ..                  ..
31                   ..                 ..                  ..
32   6.1779999999999999               6.19               6.202
33                   ..                 ..                  ..
34   32.356108274643248 2.4868059931995674  2.7536134874023332
35   7.4420000000000002               7.41               7.359
36                   ..                 ..                  ..
37                   ..                 ..                  ..
38                 1.82               1.89  2.0099999999999998
39                   ..                 ..                  ..
40                   ..                 ..                  ..
41   6.1349999999999998 6.0209999999999999  5.8879999999999999
42                   ..                 ..                  ..
43                   ..                 ..                  ..
44                 7.02 7.0220000000000002  7.0289999999999999
45                   ..                 ..                  ..
46                   ..                 ..                  ..
47                  2.6               2.58                 2.5
48                   ..                 ..                  ..
49                   ..                 ..                  ..
50                 2.14               1.58                2.23
51                   ..                 ..                  ..
52                   ..                 ..                  ..
53   3.8809999999999998              3.819  3.7690000000000001
54                   ..                 ..                  ..
55    7.638810156201032 49.219084583344596  6.7517383755976397
56                7.923 7.9550000000000001  7.9530000000000003
57                   ..                 ..                  ..
58                   ..                 ..                  ..
59   7.9320000000000004              7.992  8.0589999999999993
60                   ..                 ..                  ..
61                   ..                 ..                  ..
62   5.7190000000000003 5.6920000000000002  5.6680000000000001
63                   ..                 ..                  ..
64                   ..                 ..                  ..
65   7.3140000000000001               7.34  7.3259999999999996
66                   ..                 ..                  ..
67                   ..                 ..                  ..
68   7.8230000000000004              7.891  7.9320000000000004
69                   ..                 ..                  ..
70                   ..                 ..                  ..
71   5.7679999999999998 5.6769999999999996               5.569
72                   ..                 ..                  ..
73   42.238262322272021 7.9830788798946628   4.173332065062624
74                6.819               6.79  6.7530000000000001
75                   ..                 ..                  ..
76   10.645463811815063 2.0932447530594089  13.369396395115444
77   5.8360000000000003 5.6349999999999998  5.4329999999999998
78                   ..                 ..                  ..
79  -9.4155105786634152 2.8673352496099653  12.194833537423676
80   7.1710000000000003 7.1559999999999997  7.1440000000000001
81                   ..                 ..                  ..
82                   ..                 ..                  ..
83                 7.07 7.1449999999999996  7.2270000000000003
84                   ..                 ..                  ..
85                   ..                 ..  38.995844496675261
86   6.9320000000000004 6.8890000000000002  6.8449999999999998
87                   ..                 ..                  ..
88                   ..                 ..                  ..
89   3.1859999999999999              3.093  2.9119999999999999
90                   ..                 ..                  ..
91                   ..                 ..                  ..
92                 2.66              2.625  2.5910000000000002
93                   ..                 ..                  ..
94                   ..                 ..                  ..
95                6.524 6.5110000000000001  6.5090000000000003
96                   ..                 ..                  ..
97                   ..                 ..                  ..
98   6.4950000000000001 6.4950000000000001                6.51
99                   ..                 ..                  ..
100                  ..                 ..                  ..
101  7.0419999999999998 7.0659999999999998  7.1020000000000003
102                  ..                 ..                  ..
103                  ..                 ..                  ..
104  2.9129999999999998 2.7210000000000001  2.5579999999999998
105                  ..                 ..                  ..
106                  ..                 ..                  ..
107  7.2309999999999999 7.1959999999999997               7.157
108                  ..                 ..                  ..
109                &lt;NA&gt;               &lt;NA&gt;                &lt;NA&gt;
110                &lt;NA&gt;               &lt;NA&gt;                &lt;NA&gt;
          1968.[YR1968]       1969.[YR1969]        1970.[YR1970]
1    34.923628430805195 -7.8834765427466635  -7.0779787809132415
2    6.7910000000000004               6.806   6.8390000000000004
3                    ..                  ..                   ..
4                    ..                  ..                   ..
5                 6.508  6.1749999999999998                6.085
6                    ..                  ..                   ..
7    9.4577420055817782  5.0449927395436021   6.4551785151485035
8    4.0250000000000004  3.9020000000000001                3.778
9                    ..                  ..                   ..
10                   ..                  ..                   ..
11   6.4320000000000004  6.4770000000000003   6.5279999999999996
12                   ..                  ..                   ..
13   14.523782228676367 -2.2157282668281226   29.258607280155047
14   5.7370000000000001  5.5060000000000002   5.2759999999999998
15                   ..                  ..                   ..
16                   ..                  ..                   ..
17   7.9119999999999999  7.9269999999999996   7.9359999999999999
18                   ..                  ..                   ..
19                   ..                  ..                   ..
20                 3.77                3.83                 3.85
21                   ..                  ..                   ..
22  -2.0622412997334578  11.038775992276385 -0.16552635476253386
23                 5.76  5.6840000000000002   5.6239999999999997
24                   ..                  ..                   ..
25   23.589173992150037  8.5086693608167394     9.33437882831862
26   7.1189999999999998  7.0069999999999997                6.798
27                   ..                  ..                   ..
28                   ..                  ..                   ..
29   6.0090000000000003  5.9569999999999999   5.9109999999999996
30                   ..                  ..                   ..
31                   ..                  ..                   ..
32   6.2140000000000004  6.2279999999999998   6.2430000000000003
33                   ..                  ..                   ..
34   2.3131080442905443   3.321706941222601   5.6875266918262213
35   7.2949999999999999  7.2279999999999998   7.1719999999999997
36                   ..                  ..                   ..
37                   ..                  ..                   ..
38                 2.06                2.04                 1.98
39                   ..                  ..                   ..
40                   ..                  ..                   ..
41   5.7510000000000003  5.5810000000000004   5.4109999999999996
42                   ..                  ..  0.40000000596046398
43                   ..                  ..                   ..
44                7.056  7.0830000000000002   7.0709999999999997
45                   ..                  ..                   ..
46                   ..                  ..                   ..
47                 2.46  2.4700000000000002                 2.38
48                   ..                  ..                   ..
49                   ..                  ..                   ..
50                 2.13                2.13                 2.13
51                   ..                  ..   4.8000001907348597
52                   ..                  ..                   ..
53                3.629  3.5089999999999999   3.5049999999999999
54                   ..                  ..                   ..
55   40.422274299364346  2.5098038589633092   37.748894197168994
56   7.9480000000000004  7.9470000000000001   7.9429999999999996
57                   ..                  ..                   ..
58                   ..                  ..                   ..
59   8.1349999999999998  8.1920000000000002   8.1809999999999992
60                   ..                  ..                   ..
61                   ..                  ..                   ..
62   5.5759999999999996               5.468   5.3490000000000002
63                   ..                  ..  0.75999999046325695
64                   ..                  ..                   ..
65   7.2779999999999996               7.181   7.0250000000000004
66                   ..                  ..                   ..
67                   ..                  ..                   ..
68   7.9740000000000002  8.0109999999999992                8.048
69                   ..                  ..                   ..
70                   ..                  ..                   ..
71   5.4480000000000004  5.3159999999999998   5.1879999999999997
72                   ..                  ..                   ..
73   15.999202176923433 -7.8779289084105102   5.9256628232792679
74   6.7069999999999999  6.6260000000000003   6.5289999999999999
75                   ..                  ..                   ..
76   6.6118673640911396 -13.864515684871819   47.854789166924661
77   5.2910000000000004  5.1589999999999998   5.0350000000000001
78                   ..                  ..                   ..
79   22.360556653803783   7.360348237218119  -8.0378151002341127
80   7.1310000000000002  7.1180000000000003   7.0960000000000001
81                   ..                  ..                   ..
82                   ..                  ..                   ..
83   7.2789999999999999               7.327                7.391
84                   ..                  ..                   ..
85  -7.2533175237838066   46.46127299851679   41.765275167885676
86   6.7859999999999996               6.726   6.6820000000000004
87                   ..                  ..                   ..
88                   ..                  ..                   ..
89   2.7949999999999999  2.7909999999999999   2.6869999999999998
90                   ..                  ..                   ..
91                   ..                  ..                   ..
92   2.5659999999999998               2.536                  2.5
93                   ..                  ..                   ..
94                   ..                  ..                   ..
95   6.4630000000000001                6.41   6.3460000000000001
96                   ..                  ..                   ..
97                   ..                  ..                   ..
98   6.5289999999999999               6.524   6.5190000000000001
99                   ..                  ..                   ..
100                  ..                  ..                   ..
101                7.13  7.1150000000000002                7.149
102                  ..                  ..                   ..
103                  ..                  ..                   ..
104               2.464               2.456                 2.48
105                  ..                  ..                   ..
106                  ..                  ..                   ..
107  7.1139999999999999  7.0359999999999996   6.9820000000000002
108                  ..                  ..                   ..
109                &lt;NA&gt;                &lt;NA&gt;                 &lt;NA&gt;
110                &lt;NA&gt;                &lt;NA&gt;                 &lt;NA&gt;
          1971.[YR1971]       1972.[YR1972]      1973.[YR1973]
1   -24.084743987338769  -55.64297143675298 96.480849357515183
2    6.8310000000000004  6.8159999999999998                6.8
3                    ..                  ..                 ..
4                    ..                  ..                 ..
5    5.5229999999999997  5.1120000000000001              4.726
6                    ..                  ..                 ..
7   -2.3189007733247848 -20.091769123461617 -6.025939476102252
8    3.6539999999999999                3.53 3.4089999999999998
9                    ..                  ..                 ..
10                   ..                  ..                 ..
11   6.5819999999999999                6.85 6.8689999999999998
12                   ..                  ..                 ..
13   4.2693355289231647 -2.4390984729631953 9.0834085713295281
14   5.0570000000000004  4.8570000000000002               4.68
15                   ..                  ..                 ..
16                   ..                  ..                 ..
17   7.9409999999999998  7.9420000000000002 7.9390000000000001
18                   ..                  ..                 ..
19   2.5064788215627374  15.063066751302443  15.73421368914147
20                 3.93                3.84               3.71
21   3.6099998950958301                  ..                 ..
22    8.361328650294638  -4.580993851509092 19.440489494526943
23   5.5650000000000004  5.4820000000000002 5.4020000000000001
24  0.34000000357627902                  ..                 ..
25   1.2571780865067979  33.928183574031436  4.256373155098899
26   6.5490000000000004  6.2569999999999997 6.0609999999999999
27                   ..                  ..                 ..
28                   ..                  ..                 ..
29   5.8769999999999998  5.8490000000000002 5.8109999999999999
30  0.18999999761581399                  ..                 ..
31                   ..                  ..                 ..
32   6.2619999999999996  6.2830000000000004 6.3079999999999998
33                   ..                  ..                 ..
34   1.9708728609550263  7.0413556772021053 3.3918906747915258
35   7.1130000000000004  7.0579999999999998 6.9850000000000003
36                   ..                  ..                 ..
37                   ..                  ..                 ..
38                 1.93                1.93               1.93
39                   ..                  ..                 ..
40                   ..                  ..                 ..
41   5.2569999999999997               5.077 4.8659999999999997
42                   ..                  ..                 ..
43                   ..                  ..                 ..
44   7.0549999999999997               7.024 6.9859999999999998
45                   ..                  ..                 ..
46  -6.5367816983288947  2.2580766858756363 13.215095063632319
47                  2.4                2.35 2.2999999999999998
48                   ..                  ..                 ..
49  0.86472289040868588  9.8442784964274352 11.871069519940306
50                 2.16                2.14               2.14
51                   ..                  ..                 ..
52                   ..                  ..                 ..
53   3.5339999999999998  3.5529999999999999              3.508
54                   ..                  ..                 ..
55   1.4075634808141615 -8.1651737410849279 20.939011470691014
56   7.9219999999999997  7.8940000000000001               7.86
57                   ..                  ..                 ..
58                   ..                  ..                 ..
59                 8.15  8.1170000000000009 8.0619999999999994
60                   ..                  ..                 ..
61                   ..                  ..                 ..
62   5.2119999999999997  5.0599999999999996 4.9950000000000001
63                   ..                  ..                 ..
64                   ..                  ..                 ..
65   6.8390000000000004  6.6369999999999996               6.43
66                   ..                  ..                 ..
67                   ..                  ..                 ..
68   8.0960000000000001  8.0730000000000004 8.0470000000000006
69                   ..                  ..                 ..
70                   ..                  ..                 ..
71                 5.05  4.9119999999999999               4.79
72                   ..                  ..                 ..
73  -3.1888486070604358  11.449786804228054 14.277673215367486
74   6.4189999999999996  6.2809999999999997 6.1210000000000004
75                   ..                  ..                 ..
76  -19.693196842718393 -3.3696086122251501 53.103897527831805
77   4.9240000000000004  4.8220000000000001 4.7270000000000003
78                   ..                  ..                 ..
79   17.994955195611922  -22.87570325091302 4.2374221981978337
80   7.0679999999999996  7.0419999999999998 7.0110000000000001
81                   ..                  ..                 ..
82                   ..                  ..                 ..
83   7.3840000000000003  7.3739999999999997              7.399
84                   ..                  ..                 ..
85   1.5351263655327188 -17.584053049635884 5.3199289121634621
86   6.6159999999999997  6.5449999999999999 6.4809999999999999
87                   ..                  ..                 ..
88                   ..                  ..                 ..
89                2.673  2.6110000000000002              2.512
90                   ..                  ..                 ..
91                   ..                  ..                 ..
92   2.4700000000000002                2.44 2.4079999999999999
93                   ..                  ..                 ..
94                   ..                  ..                 ..
95   6.2930000000000001  6.2279999999999998 6.1509999999999998
96                   ..                  ..                 ..
97                   ..                  ..                 ..
98   6.5190000000000001  6.5019999999999998 6.4640000000000004
99                   ..                  ..                 ..
100                  ..                  ..                 ..
101               7.181  7.1849999999999996 7.1929999999999996
102                  ..                  ..                 ..
103  5.4500860744549442  7.8170056899995615 8.9874851444330091
104               2.266  2.0099999999999998              1.879
105                  ..                  ..                 ..
106                  ..                  ..                 ..
107  6.9390000000000001  6.9420000000000002 6.9420000000000002
108                  ..                  ..                 ..
109                &lt;NA&gt;                &lt;NA&gt;               &lt;NA&gt;
110                &lt;NA&gt;                &lt;NA&gt;               &lt;NA&gt;
           1974.[YR1974]       1975.[YR1975]       1976.[YR1976]
1       147.331646032913 -22.088928773518603  18.251090174993038
2     6.7779999999999996  6.7279999999999998                6.66
3    0.10000000149011599                  ..                  ..
4                     ..                  ..                  ..
5                   4.17  3.5710000000000002  3.2349999999999999
6                     ..                  ..                  ..
7     19.114351099855512 -22.771296718530351 -14.815859664267109
8     3.2930000000000001  3.1819999999999999  3.0779999999999998
9                     ..                  ..                  ..
10                    ..                  ..                  ..
11    6.8639999999999999  6.8760000000000003  6.8929999999999998
12                    ..                  ..                  ..
13    19.827893770534359 -18.017792704423286  9.3073593058575597
14    4.5270000000000001  4.3979999999999997  4.2850000000000001
15                    ..                  ..                  ..
16                    ..                  ..                  ..
17    7.9290000000000003                7.91  7.8769999999999998
18                    ..                  ..                  ..
19  -0.57323716094968802 -21.939260197260609  17.228168587056132
20                  3.59                3.37                3.29
21                    ..                  ..                  ..
22   -5.1470438434596417 -10.067899028756301  18.279932556823653
23    5.3250000000000002  5.1950000000000003                5.13
24                    ..                  ..                  ..
25     50.75399120794961  35.189228039677488  29.767462604326624
26                 5.968  5.9470000000000001  6.0659999999999998
27                    ..                  ..                  ..
28                    ..                  ..                  ..
29    5.7809999999999997  5.7480000000000002                5.71
30                    ..                  ..                  ..
31                    ..                  ..                  ..
32    6.3360000000000003               6.367                 6.4
33                    ..                  ..                  ..
34    18.325823506386897  7.1391011033433642  19.112643620437126
35    6.9130000000000003  6.8659999999999997  6.8140000000000001
36                    ..                  ..                  ..
37                    ..                  ..                  ..
38                  2.27                2.35                2.23
39                    ..                  ..                  ..
40                    ..                  ..                  ..
41    4.6379999999999999                4.45                4.28
42                    ..                  ..                  ..
43                    ..                  ..                  ..
44                 6.952  6.9130000000000003  6.8559999999999999
45                    ..                  ..                  ..
46    9.7307247904380887 -17.684866557310869  12.296837239231493
47    2.2799999999999998                2.17                2.04
48                    ..                  ..                  ..
49   -6.4509029115370708 -5.1991628585750504  3.6721684261733998
50    2.0499999999999998                1.91                1.85
51                    ..                  ..                  ..
52                    ..                  ..                  ..
53    3.4529999999999998  3.3980000000000001  3.3319999999999999
54                    ..                  ..                  ..
55   -5.3839167803143511 -31.501833811597493  11.933705751755113
56    7.8220000000000001  7.7949999999999999  7.7670000000000003
57                    ..                  ..                  ..
58                    ..                  ..                  ..
59    7.9969999999999999  7.9249999999999998  7.8319999999999999
60                    ..                  ..                  ..
61                    ..                  ..                  ..
62                 4.665  4.4359999999999999  4.2130000000000001
63                    ..                  ..                  ..
64                    ..                  ..                  ..
65    6.2329999999999997  6.0590000000000002  5.8959999999999999
66                    ..                  ..                  ..
67                    ..                  ..                  ..
68                  8.02  7.9770000000000003  7.9320000000000004
69                    ..                  ..                  ..
70                    ..                  ..                  ..
71    4.6539999999999999  4.5209999999999999  4.3940000000000001
72                    ..                  ..                  ..
73    17.186804097701554  2.2998753284784641 0.27278955497519064
74    5.9470000000000001  5.7389999999999999  5.5430000000000001
75                    ..                  ..                  ..
76     52.45271530479468  -44.62314741060662  28.763666701591717
77    4.6189999999999998  4.5010000000000003  4.3979999999999997
78                    ..                  ..                  ..
79    6.2326014027952681 -4.0815701700718989 -16.223211957619355
80    6.9930000000000003  6.9710000000000001  6.9539999999999997
81                    ..                  ..                  ..
82                    ..                  ..                  ..
83    7.3769999999999998  7.3209999999999997  7.2919999999999998
84                    ..                  ..                  ..
85     31.86068130295601  30.773194494968379  18.112856675336801
86    6.3970000000000002  6.2990000000000004  6.1749999999999998
87                    ..                  ..                  ..
88                    ..                  ..                  ..
89    2.4340000000000002  2.3809999999999998  2.3519999999999999
90                    ..                  ..                  ..
91                    ..                  ..                  ..
92    2.3769999999999998               2.351  2.3260000000000001
93                    ..    10.1000003814697                  ..
94                    ..                  ..                  ..
95    6.0570000000000004               5.976  5.8849999999999998
96                    ..                  ..                  ..
97                    ..                  ..                  ..
98    6.4109999999999996  6.3529999999999998  6.2910000000000004
99                    ..  4.0599999427795401                  ..
100                   ..                  ..                  ..
101   7.1920000000000002  7.2009999999999996               7.194
102                   ..                  ..                  ..
103   -4.828723397332368 -12.416551966128267  14.971700350574935
104                1.835               1.774               1.738
105                   ..                  ..                  ..
106                   ..                  ..                  ..
107   6.8789999999999996  6.8319999999999999  6.7709999999999999
108                   ..                  ..                  ..
109                 &lt;NA&gt;                &lt;NA&gt;                &lt;NA&gt;
110                 &lt;NA&gt;                &lt;NA&gt;                &lt;NA&gt;
          1977.[YR1977]       1978.[YR1978]        1979.[YR1979]
1     26.22433566860083  25.810653794010889   11.378518993664017
2    6.5830000000000002  6.5090000000000003   6.4210000000000003
3                    ..                  ..                   ..
4                    ..                  ..                   ..
5    2.8439999999999999  2.7160000000000002   2.7450000000000001
6                    ..                  ..                   ..
7    15.447839834350432  17.375997494046189   16.849963342437576
8    2.9809999999999999  2.8919999999999999   2.8119999999999998
9                    ..                  ..                   ..
10                   ..                  ..                   ..
11   6.8959999999999999               6.891   6.9050000000000002
12                   ..                  ..                   ..
13   16.244268720856184  6.9145287419163566 -0.31652337363011895
14   4.1630000000000003  3.9980000000000002   3.8879999999999999
15                   ..                  ..                   ..
16                   ..                  ..                   ..
17   7.8280000000000003  7.6689999999999996                7.625
18                   ..                  ..                   ..
19   16.866005516798069   10.28050726974412   16.377799666471233
20                 3.24                3.21                 3.21
21                   ..                  ..                   ..
22   16.630064506009674  18.998255038958803  -11.632643705689659
23   5.0069999999999997  4.8879999999999999   4.8079999999999998
24                   ..                  ..                   ..
25   1.8576998013954977 -18.853707062278318  -33.471254281234437
26   6.1790000000000003  6.3440000000000003   6.5490000000000004
27                   ..                  ..                   ..
28                   ..                  ..                   ..
29   5.6740000000000004  5.6420000000000003   5.5940000000000003
30                   ..                  ..                   ..
31                   ..                  ..                   ..
32   6.4340000000000002                6.44                 6.45
33                   ..                  ..                   ..
34   3.0241119146873672  5.0582551839624301   14.949437682924426
35   6.7320000000000002  6.6340000000000003   6.5309999999999997
36                   ..                  ..                   ..
37                   ..                  ..                   ..
38                 2.15                2.06   2.0099999999999998
39                   ..                  ..                   ..
40                   ..                  ..                   ..
41   4.1159999999999997  3.9670000000000001                 3.86
42                   ..                  ..                   ..
43                   ..                  ..                   ..
44   6.7949999999999999               6.726   6.6619999999999999
45                   ..                  ..                   ..
46  -6.2057232631662913  2.6973822308202102    7.496238047879487
47                 1.93                1.84                 1.73
48                   ..                  ..                   ..
49   3.0392442034134604  7.5021138992729846   6.4033603103401617
50                  1.8                1.79                 1.77
51                   ..                  ..                   ..
52                   ..                  ..                   ..
53   3.2570000000000001  3.1560000000000001                3.137
54                   ..                  ..                   ..
55   35.839233289463152  23.861777684483513  -24.493717620019055
56   7.7290000000000001  7.6660000000000004   7.5979999999999999
57                   ..                  ..  0.60000002384185802
58                   ..                  ..                   ..
59   7.7229999999999999  7.5940000000000003   7.4480000000000004
60                   ..                  ..                   ..
61                   ..                  ..                   ..
62   4.0039999999999996  3.8380000000000001   3.7189999999999999
63                   ..                  ..                   ..
64                   ..                  ..                   ..
65   5.7119999999999997  5.5209999999999999   5.3330000000000002
66                   ..                  ..                   ..
67                   ..                  ..                   ..
68   7.8719999999999999  7.7889999999999997                 7.68
69                   ..                  ..                   ..
70                   ..                  ..                   ..
71   4.2789999999999999  4.1760000000000002                4.077
72                   ..                  ..                   ..
73  -5.7460067158297647  14.045260281680342   15.616795784494599
74   5.3609999999999998               5.202   4.9640000000000004
75                   ..                  ..                   ..
76   38.912229374974515   8.180797462414489   3.3737647412597624
77                4.282  4.1790000000000003   4.0910000000000002
78                   ..                  ..                   ..
79  -6.0315567241672596 0.67515558238780216   73.490081278106089
80   6.9269999999999996  6.9039999999999999   6.8719999999999999
81                   ..                  ..                   ..
82                   ..                  ..                   ..
83                7.266  7.2290000000000001   7.2329999999999997
84                   ..                  ..                   ..
85   25.308998252086724 -31.304182441457442 -0.97472335759343309
86   6.0359999999999996                5.91   5.8490000000000002
87                   ..                  ..                   ..
88                   ..                  ..                   ..
89   2.3069999999999999  2.2469999999999999   2.1970000000000001
90                   ..                  ..                   ..
91                   ..                  ..                   ..
92                2.306  2.2839999999999998   2.2639999999999998
93                   ..                  ..                   ..
94                   ..                  ..                   ..
95                5.806  5.7679999999999998   5.7329999999999997
96                   ..                  ..                   ..
97                   ..                  ..                   ..
98   6.2229999999999999  6.1509999999999998   6.0590000000000002
99                   ..                  ..                   ..
100                  ..                  ..                   ..
101  7.1829999999999998  7.1630000000000003   7.1420000000000003
102                  ..                  ..                   ..
103  11.020787224881474  10.680415943312525   3.8530986027513876
104                1.79                1.76   1.8080000000000001
105                  ..                  ..                   ..
106                  ..                  ..                   ..
107  6.7130000000000001  6.6580000000000004                 6.59
108                  ..                  ..                   ..
109                &lt;NA&gt;                &lt;NA&gt;                 &lt;NA&gt;
110                &lt;NA&gt;                &lt;NA&gt;                 &lt;NA&gt;
           1980.[YR1980]       1981.[YR1981]          1982.[YR1982]
1     17.447236326136007  22.856336056592696     8.5900927692281073
2     6.3259999999999996  6.2370000000000001     6.1180000000000003
3                     ..   0.259999990463257                     ..
4                     ..                  ..                     ..
5     2.7389999999999999  2.7919999999999998                  2.972
6                     ..                  ..    0.52999997138977095
7     21.904055670968063  16.757911811497223    -38.301027291038551
8     2.7440000000000002  2.6890000000000001     2.6480000000000001
9                     ..                  ..                     ..
10                    ..                  ..                     ..
11    6.9080000000000004  6.9420000000000002     6.9610000000000003
12                    ..                  ..                     ..
13    10.875348637094049  13.234582712339659     5.3333561184943505
14                 3.798               3.706     3.6179999999999999
15                    ..                  ..                     ..
16                    ..                  ..                     ..
17    7.5860000000000003  7.5389999999999997     7.4880000000000004
18                    ..                  ..                     ..
19   -15.247762181983262  9.2075272608023795      5.065038409498996
20                  3.21                3.05                   2.94
21                    ..  6.4899997711181596                     ..
22      8.56470992689691 -5.4808228281644489     3.0125595112656214
23    4.7750000000000004  4.6980000000000004                   4.62
24                    ..  1.0599999427795399                     ..
25     15.19331354875824  -13.41245353520732    -6.8634221376969435
26                  6.63  6.6180000000000003     6.5860000000000003
27                    ..                  ..                     ..
28                    ..                  ..                     ..
29    5.5570000000000004  5.5330000000000004     5.5259999999999998
30                    ..                  ..    0.44999998807907099
31                    ..                  ..                     ..
32    6.4589999999999996  6.4589999999999996     6.4870000000000001
33                    ..                  ..                     ..
34    16.726332836319429  13.199195097441432     7.5027517143294631
35    6.4180000000000001  6.3010000000000002     6.1790000000000003
36                    ..                  ..                     ..
37                    ..                  ..                     ..
38                  1.91                1.88                    1.8
39                    ..                  ..                     ..
40                    ..                  ..                     ..
41                  3.77  3.7189999999999999     3.6779999999999999
42   0.89999997615814198                  ..                     ..
43                    ..                  ..                     ..
44                 6.593  6.5259999999999998                   6.46
45                    ..                  ..                     ..
46    8.3291691981560945 -8.6735502136933746    -1.6878787094665881
47                  1.64                1.58                   1.56
48                    ..                  ..                     ..
49  -0.93181490775829445  2.9398380968515596 -7.6982294550717256E-2
50                  1.75                1.74                   1.77
51    9.5299997329711896                  ..                     ..
52                    ..                  ..                     ..
53    3.0920000000000001               3.052                   3.02
54                    ..                  ..                     ..
55    13.653099647807366 -4.7231942594658989    -22.720807960868186
56    7.5309999999999997  7.4539999999999997     7.3449999999999998
57                    ..                  ..                     ..
58                    ..                  ..                     ..
59    7.2869999999999999  7.1210000000000004     6.9589999999999996
60                    ..                  ..                     ..
61                    ..                  ..                     ..
62    3.5880000000000001                3.51     3.4580000000000002
63                    ..                  ..       1.79999995231628
64                    ..                  ..                     ..
65    5.1840000000000002  5.0209999999999999     4.8479999999999999
66                    ..                  ..                     ..
67                    ..                  ..                     ..
68    7.5430000000000001  7.3710000000000004     7.1619999999999999
69                    ..                  ..                     ..
70                    ..                  ..                     ..
71    4.0110000000000001  3.9529999999999998                  3.855
72                    ..                  ..                     ..
73    12.745729032752621   15.20624395277747    -24.460611696574531
74    4.7389999999999999  4.5739999999999998     4.4249999999999998
75                    ..                  ..                     ..
76    6.9346300422232332  15.090559788139714     29.770473478745316
77    4.0350000000000001  4.0019999999999998     3.9670000000000001
78    1.0199999809265099                  ..                     ..
79   -10.082703289125135 -30.804080622628632    -27.475813779470798
80    6.8380000000000001               6.774     6.6989999999999998
81                    ..                  ..                     ..
82                    ..                  ..                     ..
83                 7.226  7.1909999999999998     7.1459999999999999
84                    ..                  ..                     ..
85    10.792827993615191 -8.0256363808324807      9.411637875733561
86    5.7839999999999998                5.71     5.6040000000000001
87                    ..                  ..                     ..
88                    ..                  ..                     ..
89    2.2170000000000001  2.1930000000000001     2.1859999999999999
90                    ..                  ..                     ..
91                    ..                  ..                     ..
92    2.2440000000000002  2.2240000000000002     2.2029999999999998
93                    ..                  ..                     ..
94                    ..                  ..                     ..
95    5.6909999999999998  5.6509999999999998     5.6029999999999998
96                    ..                  ..                     ..
97                    ..                  ..                     ..
98    5.9530000000000003  5.8140000000000001     5.6580000000000004
99                    ..                  ..                     ..
100                   ..                  ..                     ..
101   7.1130000000000004  7.1180000000000003                   7.11
102                   ..                  ..                     ..
103    -7.70410637804207  6.7710001763890375    -10.176142369058155
104   1.8394999999999999  1.8120000000000001     1.8274999999999999
105                   ..                  ..                     ..
106                   ..                  ..                     ..
107   6.5170000000000003  6.4450000000000003     6.3330000000000002
108                   ..                  ..                     ..
109                 &lt;NA&gt;                &lt;NA&gt;                   &lt;NA&gt;
110                 &lt;NA&gt;                &lt;NA&gt;                   &lt;NA&gt;
           1983.[YR1983]          1984.[YR1984]       1985.[YR1985]
1       4.51215854906701     9.9560357303426912  5.9237765983185966
2     5.9059999999999997     5.7320000000000002  5.5389999999999997
3                     ..                     ..                  ..
4                     ..                     ..                  ..
5     2.5590000000000002     2.6070000000000002               2.633
6                     ..                     ..                  ..
7    -15.034859047128563     18.844605268619844   9.974912621683842
8     2.6190000000000002                  2.601  2.5920000000000001
9                     ..                     ..                  ..
10                    ..                     ..                  ..
11    6.9790000000000001     7.0149999999999997  7.0369999999999999
12                    ..                     ..                  ..
13   -2.1504068007468362    -5.8916669422811765 -9.6431497261211518
14    3.5009999999999999                   3.35  3.2250000000000001
15                    ..                     ..                  ..
16                    ..                     ..                  ..
17    7.4169999999999998     7.3520000000000003  7.2729999999999997
18                    ..                     ..                  ..
19   -10.725090728317383    0.33119024767150052 -8.4562582470729666
20                  2.74                   2.58                2.48
21                    ..                     ..                  ..
22     6.774625739359962     5.0361202073258511   7.968947640016367
23    4.5650000000000004                  4.516  4.4320000000000004
24                    ..                     ..                  ..
25    30.312231139878065    -23.381675818351994 -9.7490407069748244
26    6.5279999999999996     6.4329999999999998               6.242
27                    ..                     ..                  ..
28                    ..                     ..                  ..
29    5.5129999999999999     5.5049999999999999  5.4950000000000001
30                    ..                     ..                  ..
31                    ..                     ..                  ..
32    6.4870000000000001     6.5119999999999996  6.5270000000000001
33                    ..                     ..                  ..
34    1.1304554165019169     6.3260252599393709  1.2418074109368717
35    6.0590000000000002     5.9349999999999996  5.8159999999999998
36                    ..                     ..                  ..
37                    ..                     ..                  ..
38                  1.75                   1.75                1.85
39                    ..                     ..                  ..
40                    ..                     ..                  ..
41                 3.637     3.5409999999999999                3.47
42                    ..                     ..                  ..
43                    ..                     ..                  ..
44    6.3869999999999996     6.3209999999999997  6.2460000000000004
45                    ..                     ..                  ..
46   -2.7887057877924519     5.5933423318083868  3.6886074944581679
47                  1.51                   1.46                1.42
48                    ..                     ..                  ..
49     -2.48456025946777     5.4251486976160095  9.8714057105464974
50                   1.8                   1.81                1.76
51                    ..                     ..                  ..
52                    ..                     ..                  ..
53    3.0680000000000001     3.1459999999999999  3.2080000000000002
54                    ..                     ..                  ..
55   -9.9474398669774189    0.71701968512658709   28.02778883629162
56                 7.218     7.0830000000000002                6.96
57                    ..                     ..                  ..
58                    ..                     ..                  ..
59    6.8120000000000003     6.6710000000000003  6.5339999999999998
60                    ..                     ..                  ..
61                    ..                     ..                  ..
62                 3.411     3.3239999999999998  3.2120000000000002
63                    ..                     ..                  ..
64                    ..                     ..                  ..
65    4.6580000000000004                  4.452               4.218
66                    ..                     ..                  ..
67                    ..                     ..                  ..
68                  6.91     6.6219999999999999  6.3280000000000003
69                    ..     5.1999998092651403                  ..
70                    ..                     ..                  ..
71                 3.734     3.6579999999999999  3.5329999999999999
72                    ..                     ..                  ..
73   -27.350386899777348     5.4330477853218326  11.063054159206615
74    4.2960000000000003     4.1840000000000002  4.0869999999999997
75                    ..                     ..                  ..
76    6.8479386845361887     10.589738531237742 -39.151027771550162
77    3.9279999999999999     3.8849999999999998  3.8039999999999998
78                    ..                     ..                  ..
79  -0.53396598052293598     4.8540851884729648  2.4436911232890139
80    6.6260000000000003     6.5469999999999997  6.4560000000000004
81                    ..                     ..                  ..
82                    ..                     ..                  ..
83    7.0919999999999996     7.0250000000000004  6.9390000000000001
84                    ..                     ..                  ..
85   -16.011645335417896     19.805534775794726  8.1809225828053371
86                  5.41     5.1989999999999998  4.9880000000000004
87                    ..                     ..                  ..
88                    ..                     ..                  ..
89    2.1659999999999999     2.1360000000000001               2.129
90                    ..                     ..                  ..
91                    ..                     ..                  ..
92    2.1840000000000002                  2.165               2.141
93                    ..                     ..                  ..
94                    ..                     ..                  ..
95    5.5469999999999997     5.4889999999999999  5.4329999999999998
96                    ..                     ..                  ..
97                    ..                     ..                  ..
98    5.4820000000000002     5.3029999999999999               5.125
99                    ..                     ..                  ..
100  -2.9923401668828831 -7.9329958226892927E-2  -2.505954466317533
101   7.0679999999999996                  7.024  7.0369999999999999
102                   ..                     ..                  ..
103   8.6705504107583096     23.742371439183714  2.4029358481413254
104   1.7989999999999999                 1.8065  1.8440000000000001
105                   ..                     ..                  ..
106                   ..                     ..                  ..
107   6.1970000000000001     6.0439999999999996  5.8710000000000004
108                   ..                     ..                  ..
109                 &lt;NA&gt;                   &lt;NA&gt;                &lt;NA&gt;
110                 &lt;NA&gt;                   &lt;NA&gt;                &lt;NA&gt;
          1986.[YR1986]        1987.[YR1987]       1988.[YR1988]
1    5.6137899723900659   10.290120028019885   1.531963669466478
2    5.3019999999999996   5.0750000000000002  4.8490000000000002
3                    ..                   ..                  ..
4                    ..                   ..                  ..
5    2.7210000000000001                 2.76  2.5390000000000001
6                    ..                   ..                  ..
7    2.4179115941080624   26.843044273917656  11.605901178167983
8                 2.589                 2.59  2.5910000000000002
9                    ..                   ..                  ..
10   7.2347584715612356   9.2468122477015129 -10.821685992304538
11   7.0670000000000002   7.1050000000000004  7.1539999999999999
12                   ..                   ..                  ..
13   4.3519800336855354    9.214484575383679  8.0093412379574858
14   3.1469999999999998   3.0870000000000002  3.0390000000000001
15                   ..                   ..                  ..
16                   ..                   ..                  ..
17   7.1870000000000003                 7.09  6.9690000000000003
18                   ..                   ..                  ..
19  -2.8424941016880041  -7.0256043216512722  1.1526026253282851
20                 2.44   2.3199999999999998                2.17
21                   ..                   ..                  ..
22   3.5873180828744893   13.172277227057648  12.303095586122907
23                4.399   4.3109999999999999  4.2220000000000004
24                   ..                   ..                  ..
25  -3.8233076982132133 -0.89697010543841316 -35.072361486687782
26   6.0110000000000001   5.7190000000000003  5.4340000000000002
27                   ..                   ..                  ..
28                   ..                   ..                  ..
29   5.4790000000000001   5.4710000000000001  5.4720000000000004
30                   ..                   ..                  ..
31                   ..                   ..                  ..
32                6.548   6.5709999999999997  6.5609999999999999
33                   ..                   ..                  ..
34   3.7706228162802518   2.1858655227440238  4.6246899134223582
35                  5.7   5.5810000000000004               5.468
36                   ..                   ..                  ..
37                   ..                   ..                  ..
38                 1.84                 1.82                1.81
39                   ..                   ..                  ..
40                   ..                   ..                  ..
41   3.3809999999999998   3.3050000000000002  3.2280000000000002
42                   ..                   ..                  ..
43                   ..                   ..                  ..
44   6.1820000000000004   6.1139999999999999  6.0519999999999996
45                   ..                   ..                  ..
46  0.90389409472741988   5.0658086977646803  4.3325724678490758
47                 1.35                 1.33                1.36
48                   ..                   ..                  ..
49   5.1797669422565065     6.64815402519325  15.558972171551062
50                 1.72                 1.69                1.66
51                   ..                   ..                  ..
52                   ..                   ..                  ..
53   3.1890000000000001   3.1219999999999999  3.0009999999999999
54                   ..                   ..                  ..
55  -18.359479975954429   22.241416166318672  1.7644209250250924
56                 6.84   6.6859999999999999  6.5149999999999997
57                   ..                   ..                  ..
58                   ..                   ..                  ..
59   6.3869999999999996   6.1959999999999997  6.0110000000000001
60                   ..                   ..                  ..
61                   ..                   ..                  ..
62   3.1059999999999999                3.024  2.9820000000000002
63                   ..                   ..                  ..
64                   ..                   ..                  ..
65   4.0030000000000001                3.827               3.702
66                   ..                   ..                  ..
67                   ..                   ..                  ..
68   6.0220000000000002                5.718                5.41
69                   ..                   ..                  ..
70                   ..                   ..                  ..
71   3.4660000000000002                 3.42  3.3919999999999999
72                   ..                   ..                  ..
73  -18.881780250585251     5.54145805719115   11.99883033829316
74   3.9710000000000001   3.8029999999999999                3.64
75                   ..                   ..                  ..
76  0.43225392809853247    1.596510761670217  31.844879683451438
77   3.6989999999999998   3.5649999999999999  3.5019999999999998
78                   ..                   ..                  ..
79   7.7735530508937103   14.153558343208644  39.299176487389758
80                6.343                6.242  6.1779999999999999
81                   ..                   ..                  ..
82                   ..                   ..                  ..
83   6.8460000000000001   6.7309999999999999  6.5830000000000002
84                   ..                   ..                  ..
85  0.25479392466280615  -4.1226356622726712  6.3585927369231854
86   4.7720000000000002   4.5830000000000002  4.3940000000000001
87                   ..                   ..                  ..
88                   ..                   ..                  ..
89   2.0910000000000002   2.0699999999999998  2.0059999999999998
90                   ..                   ..                  ..
91                   ..                   ..                  ..
92   2.1059999999999999   2.0619999999999998  2.0110000000000001
93                   ..                   ..                  ..
94                   ..                   ..                  ..
95   5.3819999999999997   5.3280000000000003                5.27
96                   ..                   ..                  ..
97                   ..                   ..                  ..
98   4.9989999999999997                4.883  4.7679999999999998
99                   ..                   ..                  ..
100  2.4747295468595496   36.865303404842251  23.258302556090626
101  7.0830000000000002                 7.12  7.1020000000000003
102                  ..                   ..                  ..
103  1.8112387621075783   3.4994604819257376  1.6888908930052082
104  1.8374999999999999   1.8720000000000001  1.9339999999999999
105                  ..                   ..                  ..
106                  ..                   ..                  ..
107  5.6879999999999997                  5.5  5.2789999999999999
108                  ..                   ..                  ..
109                &lt;NA&gt;                 &lt;NA&gt;                &lt;NA&gt;
110                &lt;NA&gt;                 &lt;NA&gt;                &lt;NA&gt;
            1989.[YR1989]       1990.[YR1990]       1991.[YR1991]
1         4.9256150530328  5.5154095752352248  2.4592025910785935
2      4.6950000000000003  4.5060000000000002  4.2610000000000001
3                      ..                  ..                  ..
4                      ..                  ..                  ..
5                    2.52  2.5139999999999998  1.9339999999999999
6                      ..                  ..                  ..
7      26.623001536095529  5.3663581394159081 0.68992944086903663
8                   2.589  2.5790000000000002  2.5579999999999998
9                      ..                  ..                  ..
10     15.558712182011121  11.200923793141797 -19.479385252745161
11     7.1859999999999999  7.2190000000000003  7.2610000000000001
12                     ..                  ..                  ..
13    -7.3267122848319843 -1.1725192939529876 -8.7373855296759615
14                  3.012  2.9950000000000001  2.9820000000000002
15                     ..                  ..                  ..
16                     ..                  ..                  ..
17                   6.85  6.7190000000000003               6.585
18                     ..                  ..                  ..
19      18.30407814870523  23.772220577081953 -6.6644088592240252
20                   2.08                2.11                2.08
21                     ..                  ..    12.7299995422363
22     8.1291782066426066  18.689290830204669  -16.51588711594799
23     4.1319999999999997  4.0449999999999999  3.9590000000000001
24                     ..                  ..                  ..
25     20.254023578570553  24.060964284063701  30.381398695617349
26     5.1719999999999997  4.9340000000000002  4.5679999999999996
27                     ..                  ..                  ..
28    -7.5956531568054118  10.557402874069922  4.6324772648922448
29                  5.444  5.4139999999999997  5.3170000000000002
30                     ..                  ..                  ..
31                     ..                  ..                  ..
32                  6.548  6.5149999999999997               6.484
33                     ..                  ..                  ..
34     8.8322246607242363  39.125229026410778  19.000252301048562
35     5.3540000000000001  5.2709999999999999  5.1909999999999998
36                     ..                  ..                  ..
37                     ..                  ..                  ..
38                   1.82                1.87                1.87
39                     ..                  ..                  ..
40                     ..                  ..                  ..
41     3.1859999999999999               3.181  3.1829999999999998
42                     ..                  ..                  ..
43                     ..                  ..                  ..
44     5.9880000000000004  5.9290000000000003  5.8330000000000002
45                     ..                  ..                  ..
46     3.8525573514608453  4.7567102600070967  0.4203610056759004
47                   1.33                1.33                 1.3
48                     ..                  ..                  ..
49     9.2127738833865749  7.3230943831398889  2.9861479823763943
50                   1.57                1.54                1.53
51                     ..                  ..                  ..
52                     ..                  .. -43.899999996897179
53     2.8660000000000001  2.7450000000000001               2.677
54     11.699999809265099                  ..                  ..
55     10.133178146727673 -6.9948964646167724 -7.8450613471559905
56     6.3319999999999999  6.1349999999999998                5.94
57                     ..                  ..                  ..
58                     ..                  ..                  ..
59                  5.798  5.5439999999999996                5.33
60                     ..                  ..                  ..
61                     ..                  ..                  ..
62                   2.93  2.9550000000000001  2.9969999999999999
63                     ..                  ..    2.57999992370606
64                     ..                  ..                  ..
65                  3.593  3.4870000000000001  3.3980000000000001
66                     ..                  ..                  ..
67                     ..                  ..                  ..
68     5.0910000000000002  4.7759999999999998  4.4610000000000003
69                     ..                  ..                  ..
70                     ..                  ..  57.668664066290489
71                  3.363  3.2679999999999998  3.1619999999999999
72                     ..                  ..                  ..
73     4.4472164997565073  11.101544269825766  7.5398115099890646
74                  3.532               3.444               3.363
75                     ..                  ..                  ..
76     12.823348801532532  8.4101287954193111  48.594119192354697
77     3.3130000000000002  3.3039999999999998               3.339
78                     ..                  ..  3.3586777715891798
79  -6.728171806200578E-2  16.743140332061785 -36.141101693898982
80                  6.149                6.14  6.1180000000000003
81                     ..                  ..                  ..
82                     ..                  ..                  ..
83     6.3860000000000001                6.13  5.7960000000000003
84                     ..                  ..                  ..
85     18.997273902518103  1.7401755037056859   2.664202272415821
86     4.2169999999999996  4.0599999999999996  3.9470000000000001
87                     ..                  ..                  ..
88                     ..                  ..                  ..
89     1.9379999999999999  1.9450000000000001  2.0150000000000001
90                     ..                  ..                  ..
91                     ..                  ..                  ..
92     1.9339999999999999  1.8480000000000001               1.786
93                     ..                  ..                  ..
94                     ..                  ..                  ..
95     5.2110000000000003  5.1660000000000004                5.13
96                     ..                  ..                  ..
97                     ..                  ..                  ..
98     4.6500000000000004  4.5060000000000002  4.2510000000000003
99                     ..                  ..                  ..
100   -4.8330334421377756   1.489556415674187   2.869886741089033
101    7.0449999999999999  7.0140000000000002  6.9429999999999996
102                    ..                  ..                  ..
103    3.6226402829841078 -1.0270819781147367  -5.253830557334453
104    2.0139999999999998               2.081              2.0625
105                    ..                  ..                  ..
106                    ..                  ..                  ..
107    5.0730000000000004  4.8760000000000003  4.7149999999999999
108                    ..                  ..                  ..
109                  &lt;NA&gt;                &lt;NA&gt;                &lt;NA&gt;
110                  &lt;NA&gt;                &lt;NA&gt;                &lt;NA&gt;
           1992.[YR1992]       1993.[YR1993]       1994.[YR1994]
1      4.007492561476738  11.164002602016424  9.2375434828786638
2     4.0270000000000001  3.8319999999999999  3.7370000000000001
3                     ..                  ..                  ..
4                     ..                  ..                  ..
5                  1.776  1.6910000000000001  1.6279999999999999
6                     ..                  ..                  ..
7     21.783056276491834  21.106947352246436 0.77411988772423967
8     2.4780000000000002  2.4300000000000002  2.3769999999999998
9                     ..                  ..                  ..
10    11.987897698122978  8.6274236722981357 -0.3304929108617074
11    7.2960000000000003  7.3369999999999997                7.31
12                    ..                  ..                  ..
13    42.984924718055197  38.201614294468186  26.712667045624784
14    2.9830000000000001  2.9780000000000002  2.9369999999999998
15                    ..                  ..                  ..
16                    ..                  ..                  ..
17    6.4260000000000002                6.27  6.1280000000000001
18                    ..                  ..                  ..
19   -12.648472379424021 -4.1497482817572831  12.044480864257537
20                  1.99                 1.9                1.85
21                    ..                  ..                  ..
22    12.924464646780763  2.3032416106995868  19.476900442668793
23    3.8769999999999998  3.7989999999999999  3.7229999999999999
24                    ..                  ..                  ..
25   -7.4129550912125097 -27.326536714918049 -30.649543331402768
26    4.0990000000000002  3.6739999999999999  3.2440000000000002
27                    ..                  ..                  ..
28  -0.54852363202161314 -26.007638586923505 -34.862384389769318
29    5.2080000000000002  5.0990000000000002  4.9909999999999997
30                    ..                  ..                  ..
31                    ..                  ..                  ..
32    6.4530000000000003  6.4089999999999998  6.3579999999999997
33                    ..                  ..                  ..
34    7.9936656577008591  20.783026766217418  26.663318220717386
35    5.1130000000000004  5.0279999999999996  4.9349999999999996
36                    ..                  ..                  ..
37   -20.358556066010237  32.346675222185127  19.789009389018105
38                  1.77                1.68                1.64
39                    ..                  ..                  ..
40                    ..                  ..                  ..
41    3.1880000000000002  3.1989999999999998               3.226
42                    ..                  ..                  ..
43                    ..                  ..                  ..
44                 5.718               5.609  5.4880000000000004
45                    ..                  ..                  ..
46   -1.8117499714672931 -14.014116048548658  4.6930039059398325
47                   1.3                1.25                1.21
48                    ..                  ..                  ..
49    -3.611084840548088  -3.060422766411051 -2.2513441626069124
50                   1.5                1.46                 1.5
51                    ..                  ..                  ..
52   -2.6000000028113703 -61.299999998396835  33.199999996839352
53    2.5840000000000001  2.4830000000000001  2.3780000000000001
54                    ..                  ..                  ..
55   -18.223722882568936  14.969075044859565  9.0873867156985995
56                  5.74               5.569  5.4379999999999997
57                    ..                  ..                  ..
58                    ..                  ..                  ..
59    5.1369999999999996  4.9720000000000004               4.819
60                    ..                  ..                  ..
61                    ..                  ..                  ..
62    3.0259999999999998  2.9870000000000001                2.93
63                    ..                  ..                  ..
64                    ..                  ..                  ..
65    3.3530000000000002  3.3130000000000002  3.2719999999999998
66                    ..                  ..                  ..
67                    ..                  ..                  ..
68    4.1619999999999999               3.883               3.649
69                    ..                  ..                  ..
70    38.389160014791031  28.890514973934557  38.740170776327147
71                 3.052  2.9369999999999998               2.823
72                    ..                  ..                  ..
73    14.117674403862708 -2.5993073943261322  18.499333324973804
74    3.2850000000000001  3.2109999999999999  3.1320000000000001
75                    ..                  ..                  ..
76   -13.280528632051812  36.815968598262145  4.2420054894376307
77    3.3730000000000002  3.3639999999999999  3.3460000000000001
78                    ..                  ..                  ..
79    9.6017976035652595  8.5172278511882098 -12.094917155343481
80    6.0819999999999999  6.0620000000000003  6.0419999999999998
81                    ..                  ..                  ..
82                    ..                  ..                  ..
83    5.4349999999999996  5.0629999999999997  4.6879999999999997
84                    ..                  ..                  ..
85    1.3879228214331363 -3.8766820047625004  0.8078953742397772
86    3.7570000000000001               3.548  3.4129999999999998
87                    ..                  ..                  ..
88                    ..                  ..                  ..
89    2.0129999999999999  1.9550000000000001  1.9359999999999999
90                    ..                  ..                  ..
91                    ..                  ..                  ..
92    1.7549999999999999  1.7490000000000001               1.756
93                    ..                  ..                  ..
94                    ..                  ..                  ..
95    5.0940000000000003  5.0229999999999997  4.9370000000000003
96                    ..                  ..                  ..
97                    ..                  ..                  ..
98    4.0880000000000001               3.819  3.7610000000000001
99                    ..                  ..                  ..
100  -4.4822938205239637  5.5465453853881712  10.306445533747691
101   6.9130000000000003  6.8860000000000001               6.899
102                   ..                  ..                  ..
103   5.5054855221481631  5.3794413291690972  9.0348963696708324
104   2.0459999999999998  2.0194999999999999  2.0015000000000001
105                   ..                  ..                  ..
106                   ..                  ..                  ..
107   4.5670000000000002               4.391  4.2839999999999998
108   3.3800001144409202                  ..                  ..
109                 &lt;NA&gt;                &lt;NA&gt;                &lt;NA&gt;
110                 &lt;NA&gt;                &lt;NA&gt;                &lt;NA&gt;
          1995.[YR1995]        1996.[YR1996]        1997.[YR1997]
1    9.6081626573366634   11.951675808994693   6.4594454025226753
2    3.5880000000000001   3.5049999999999999   3.5019999999999998
3                    ..                   ..                   ..
4                    ..   13.192104730097583   5.2249509029218473
5    1.5880000000000001                1.554   1.5269999999999999
6                    ..                   ..                   ..
7    34.207765125974561    7.785481441474289   9.0798046446022767
8    2.3530000000000002   2.2839999999999998                2.202
9                    ..                   ..                   ..
10  -19.737436305398674   56.896829868372379   1.6600824441717776
11                 7.29   7.2919999999999998                7.274
12                   ..                   ..                   ..
13   6.0658982024653483  -12.019939846776154 -0.64483438412942462
14                 2.85   2.7679999999999998   2.7429999999999999
15                   ..                   ..                   ..
16                   ..                   ..                   ..
17   6.0380000000000003   5.9539999999999997   5.9020000000000001
18                   ..                   ..                   ..
19   24.092480192004359   16.059049481080208    18.46231183592171
20                 1.84                 1.88                 1.93
21                   ..                   ..                   ..
22    7.780467348297023  0.90908161957079869   14.880201037638741
23   3.6509999999999998   3.5819999999999999   3.5139999999999998
24                   ..                   ..                   ..
25   28.786080873334356   28.378249411545681  -2.8353450589847569
26   2.8519999999999999   2.5419999999999998                2.323
27                   ..                   ..                   ..
28    123.5035231935214   11.736904661104305   7.6489249155832653
29   4.8840000000000003   4.7770000000000001   4.6689999999999996
30                   ..                   ..                   ..
31                   ..                   ..                   ..
32   6.2880000000000003   6.2050000000000001   6.1230000000000002
33                   ..      1.6599999666214                   ..
34    18.16042679425756   27.806246585970243   23.510692477493109
35                4.835   4.7130000000000001                 4.59
36                   ..                   ..                   ..
37   1.2690726886167312   5.0580815526587628   9.9451275504798531
38                 1.57                 1.46                 1.37
39                   ..                   ..                   ..
40                   ..                   ..                   ..
41                3.238                 3.23   3.2210000000000001
42                   ..                   ..                   ..
43                   ..                   ..                   ..
44                 5.36   5.2489999999999997                5.194
45                   ..                   ..                   ..
46   6.9991240014470861 -0.49026059276019396   3.3251394405958052
47                 1.19                  1.2                 1.22
48                   ..                   ..                   ..
49   4.2536051028723847   7.1487923174119459  -1.6681801708897837
50                 1.42                 1.43                 1.39
51                   ..                   ..                   ..
52  -42.399999999999814  -29.600000000000108   5.6000000000000512
53   2.2530000000000001   2.0840000000000001                 1.97
54                   ..                   ..                   ..
55   8.4041419237810686   9.9831136671277392   8.5473430201640639
56   5.3719999999999999   5.3070000000000004   5.2679999999999998
57                   ..                   ..                   ..
58                   ..                   ..                   ..
59   4.6760000000000002                4.508   4.3179999999999996
60                   ..                   ..                   ..
61                   ..                   ..                   ..
62                2.851                 2.77                2.677
63                   ..                   ..                   ..
64                   ..                   ..                   ..
65   3.2480000000000002   3.2229999999999999   3.1349999999999998
66                   ..                   ..                   ..
67                   ..                   ..                   ..
68   3.4420000000000002   3.2559999999999998   3.1320000000000001
69                   ..                   ..                   ..
70   6.9755702411140987    7.572596581144353  -12.825412904963272
71   2.7250000000000001                2.698   2.6669999999999998
72                   ..                   ..                   ..
73  -29.269684307534376   12.648671478997883   12.709208822783324
74                3.044                2.964   2.8860000000000001
75                   ..                   ..                   ..
76   33.731571475832709 -0.27631453035502318   16.828936292454273
77   3.3170000000000002   3.2970000000000002   3.2269999999999999
78                   ..   5.5199999809265101                   ..
79   2.6477957671132515   11.573726147041796   7.3137250228429735
80   6.0359999999999996   6.0309999999999997   6.0229999999999997
81                   ..                   ..                   ..
82                   ..                   ..                   ..
83   4.2919999999999998                3.859   3.4769999999999999
84                   ..                   ..                   ..
85   7.8911729205103143   4.3268745196158704   7.3698849887144036
86   3.2949999999999999   3.2290000000000001   3.1469999999999998
87                   ..                   ..                   ..
88                   ..                   ..                   ..
89                1.958   1.9219999999999999   1.8859999999999999
90                   ..                   ..                   ..
91                   ..                   ..                   ..
92   1.7829999999999999   1.8240000000000001   1.8839999999999999
93                   ..                   ..                   ..
94                   ..                   ..                   ..
95   4.8470000000000004   4.7519999999999998                4.657
96                   ..                   ..                   ..
97                   ..                   ..                   ..
98                3.278                 3.06   2.8250000000000002
99                   ..                   ..                   ..
100  41.957728217610764   6.9296851781275706  -2.6570998853075736
101  6.8710000000000004                6.835   6.8559999999999999
102                  ..                   ..                   ..
103  2.8645613167597901   7.5917218760010172    9.481771549639717
104               1.978                1.976   1.9710000000000001
105                  ..                   ..                   ..
106                  ..                   ..                   ..
107  4.1529999999999996   4.1100000000000003   4.0750000000000002
108                  ..                   ..                   ..
109                &lt;NA&gt;                 &lt;NA&gt;                 &lt;NA&gt;
110                &lt;NA&gt;                 &lt;NA&gt;                 &lt;NA&gt;
          1998.[YR1998]       1999.[YR1999]       2000.[YR2000]
1    9.1131635845983539  8.5866015912858842  7.1176903661358608
2                 3.427  3.3570000000000002  3.2789999999999999
3                    ..                  ..                  ..
4    8.6932180129047651  6.3688629351164678   7.295359909557348
5                 1.522                1.53  1.6279999999999999
6                    ..                  ..    3.07999992370606
7    3.4546670432143287 -15.529765822862757  14.302041741385693
8                 2.149  2.0739999999999998  2.0459999999999998
9                    ..                  ..                  ..
10  -7.0483862406397435 -19.701009294771794  68.492605710268094
11                7.266  7.2619999999999996  7.2489999999999997
12                   ..                  ..                  ..
13  -6.3081359477452281 -38.629975401865401  12.263304233371144
14   2.7170000000000001               2.637  2.5739999999999998
15                   ..                  ..                  ..
16                   ..                  ..                  ..
17   5.8540000000000001  5.8049999999999997  5.7729999999999997
18                   ..                  ..                  ..
19   15.483474394227173  9.1675109169825788  6.7102991125667018
20                 1.94                 1.9                1.89
21                   ..                  ..                  ..
22   3.7791838752808644  17.634883430344189 -5.5257164880106586
23   3.4460000000000002               3.383                3.35
24                   ..                  ..                  ..
25   1.3215421636703581  3.7256623219576994  4.3617777975798049
26                 2.19               2.089  1.9990000000000001
27                   ..                  ..                  ..
28   -3.241652908729634  23.959391781724932  18.669140610788617
29   4.5609999999999999               4.452  4.3899999999999997
30                   ..                  ..                  ..
31                   ..                  ..                  ..
32   6.0510000000000002  5.9850000000000003  5.9180000000000001
33                   ..                  ..                  ..
34   8.0695104946555603  10.550349404712193  6.7281575986573188
35   4.4729999999999999  4.3659999999999997  4.2889999999999997
36                   ..                  ..                  ..
37   19.240871735968483 0.83113807328338396  5.3186031578138113
38                 1.32                1.28                1.32
39                   ..                  ..                  ..
40                   ..                  ..                  ..
41   3.1819999999999999               3.125  3.0569999999999999
42                   ..                  ..                  ..
43                   ..                  ..                  ..
44   5.1120000000000001  5.0350000000000001                4.92
45                   ..                  ..                  ..
46   3.4677348163841799  4.8952855890507436  5.6842642206823797
47                 1.22                1.23                1.26
48                   ..                  ..                  ..
49  -4.8747484114307582 -4.5301751751145218  2.9134431794879561
50                 1.38                1.34                1.36
51                   ..                  ..                  ..
52  -2.8000000000000398  9.7000000000000171  10.700000000000045
53   1.9379999999999999  1.9019999999999999  1.8979999999999999
54                   ..  39.759998321533203                  ..
55   20.783247677969158 -8.1342797958975552   11.11414383304367
56   5.2439999999999998  5.1769999999999996  5.1360000000000001
57                   ..                  ..                  ..
58                   ..                  ..                  ..
59   4.1120000000000001  3.9710000000000001  3.8639999999999999
60                   ..                  ..                  ..
61                   ..                  ..                  ..
62   2.5739999999999998  2.4649999999999999  2.3450000000000002
63                   ..                  ..                  ..
64                   ..                  ..                  ..
65   3.0390000000000001               2.952               2.887
66                   ..                  ..                  ..
67                   ..                  ..                  ..
68   3.0430000000000001               2.972  2.9060000000000001
69                   ..                  ..                  ..
70   1.7554688659550521 -19.380616813813361 -4.9240675261455635
71   2.6480000000000001  2.6309999999999998                 2.6
72                   ..                  ..                  ..
73   7.2898849412933941  5.3253860945641662  3.0382140745989261
74   2.8149999999999999  2.7629999999999999               2.714
75                   ..                  ..                  ..
76  -43.241840631386509  2.9227676908397484  37.656838447762766
77                 3.12  3.0680000000000001  2.9420000000000002
78                   ..                  ..  9.8999996185302699
79   17.904333078540134   2.864563667500903  16.369896201957147
80                5.992  5.8390000000000004               5.665
81                   ..                  ..                  ..
82                   ..                  ..                  ..
83   3.1709999999999998               2.899  2.6909999999999998
84                   ..                  ..                  ..
85   17.980324859381525 -2.0186253397334895  1.8123453958878173
86   3.0369999999999999  2.8820000000000001               2.774
87                   ..                  ..                  ..
88                   ..                  ..                  ..
89                1.893  1.8839999999999999               1.903
90                   ..                  ..                  ..
91                   ..                  ..                  ..
92                1.954  2.0070000000000001  2.0819999999999999
93                   ..                  ..                  ..
94                   ..                  ..                  ..
95   4.6029999999999998               4.556  4.5369999999999999
96                   ..                  ..                  ..
97                   ..                  ..                  ..
98   2.7650000000000001  2.7930000000000001  2.7330000000000001
99                   ..                  ..                  ..
100  3.7136506582276354   13.95879066130621 -6.9874831292578818
101  6.8369999999999997  6.8250000000000002  6.7880000000000003
102                  ..                  ..                  ..
103  8.6676568935126284  7.9333096753964298  6.0985869511306561
104  1.9990000000000001  2.0074999999999998               2.056
105                  ..                  ..                  ..
106                  ..                  ..                  ..
107  4.0670000000000002               4.056  4.0090000000000003
108                  ..                  ..                  ..
109                &lt;NA&gt;                &lt;NA&gt;                &lt;NA&gt;
110                &lt;NA&gt;                &lt;NA&gt;                &lt;NA&gt;
          2001.[YR2001]       2002.[YR2002]        2003.[YR2003]
1    7.9347218060633367  7.4201127718929882   7.6573539988475261
2    3.2029999999999998  3.1259999999999999   3.0289999999999999
3    3.4900000095367401                  ..                   ..
4    20.775148354030776  13.056713976231492   23.851013470271326
5    1.5629999999999999  1.5660000000000001                 1.57
6                    ..                  ..                   ..
7    3.2878445451311507  3.4616122354745897   9.6337729364328624
8    2.0070000000000001  1.9339999999999999                1.885
9                    ..                  ..                   ..
10   93.103930876898517  62.145462725277866 -0.60044485429897065
11   7.2309999999999999  7.2009999999999996   7.1790000000000003
12                   ..                  ..                   ..
13    8.423959115630737  10.070367474249849    11.35510320024855
14   2.5219999999999998  2.4889999999999999   2.4500000000000002
15                   ..                  ..                   ..
16                   ..                  ..                   ..
17   5.7039999999999997               5.641   5.5720000000000001
18                   ..                  ..                   ..
19    3.739530495669797  6.0726909640200546   9.4842082534706549
20                 1.94                1.97                 1.96
21                   ..                  ..                   ..
22    4.566380190922132  7.5604003877062951   15.704477223322314
23   3.3029999999999999  3.2170000000000001   3.1219999999999999
24                   ..                  ..                   ..
25   14.769257070505006   18.33611026883662   18.018725645116191
26   1.9179999999999999  1.8360000000000001   1.8009999999999999
27                   ..                  ..                   ..
28  -12.214794940992959 -9.6986016131680657   14.080654225451354
29   4.2480000000000002               4.125   4.0469999999999997
30                   ..                  ..                   ..
31                   ..                  ..                   ..
32   5.8339999999999996  5.7809999999999997   5.7439999999999998
33                   ..                  ..                   ..
34  -3.9011229400612564 -4.5640792169360367   4.8669160297067293
35   4.1529999999999996                   4   3.8439999999999999
36                   ..                  ..                   ..
37  -3.7638348048210162  6.1139398063342583   1.9367095587207359
38                 1.31                 1.3                 1.27
39   12.550000190734901                  ..                   ..
40                   ..                  ..                   ..
41   2.9580000000000002  2.8439999999999999                 2.75
42                   ..  2.4300000667571999                   ..
43                   ..                  ..                   ..
44   4.7990000000000004  4.6680000000000001   4.5810000000000004
45                   ..                  ..                   ..
46   2.4143208418747122  4.2316122665494476  -0.5799149413454785
47                 1.25                1.27                 1.29
48   9.1000003814697301                  ..                   ..
49  -1.0857562608999132 -6.1546455776411619  0.52031901647569612
50                 1.33                1.32                 1.29
51                   ..                  ..                   ..
52   40.499999999999602   11.00000000000027    6.399999999999892
53   1.9059999999999999               1.956   2.0750000000000002
54                   ..                  ..                   ..
55   12.121442523558628 -20.374224708569201   10.005568462063394
56   5.0940000000000003  5.0270000000000001   4.9370000000000003
57                   ..                  ..                   ..
58                   ..                  ..                   ..
59   3.8029999999999999  3.8050000000000002   3.8159999999999998
60                   ..                  ..   16.139999389648398
61                   ..                  ..                   ..
62   2.2959999999999998  2.2709999999999999   2.2440000000000002
63                   ..                  ..                   ..
64                   ..                  ..                   ..
65                2.839  2.7949999999999999   2.7709999999999999
66                   ..                  ..                   ..
67                   ..                  ..                   ..
68   2.8660000000000001               2.831   2.7970000000000002
69                   ..                  ..                   ..
70   4.7634365613773042  1.1160538886689153   4.2087836473796045
71   2.5760000000000001  2.5230000000000001   2.4569999999999999
72                   ..                  ..                   ..
73  -9.0683060345149755  1.0394327599560569   2.0903733327912306
74   2.6709999999999998               2.633   2.5790000000000002
75                   ..                  ..                   ..
76  -24.648786202023771  28.034322462368607  -10.903483137127694
77   2.8069999999999999  2.6579999999999999                2.601
78                   ..                  ..                   ..
79   23.084484280560361 -36.390830326295344   43.794908810527687
80   5.5279999999999996  5.4119999999999999   5.3289999999999997
81                   ..                  ..                   ..
82                   ..                  ..                   ..
83                2.532  2.4249999999999998   2.3420000000000001
84                   ..                  ..                   ..
85   9.3848702905598032  5.1772020894821367   18.636294353029385
86   2.6859999999999999               2.617   2.6059999999999999
87                   ..                  ..                   ..
88                   ..                  ..                   ..
89                1.855  1.8129999999999999                1.804
90                   ..                  ..                   ..
91                   ..                  ..                   ..
92   2.1760000000000002  2.0059999999999998   1.9139999999999999
93                   ..                  ..                   ..
94                   ..                  ..  -9.9807533681605634
95   4.4950000000000001  4.3819999999999997   4.2930000000000001
96                   ..                  ..                   ..
97                   ..  5.5625954015867052   6.9035915475761982
98   2.6219999999999999  2.5409999999999999   2.4910000000000001
99                   ..                  ..                   ..
100  3.9262588598321742  6.5194050233027099   13.516910856169744
101  6.7569999999999997  6.7350000000000003   6.6710000000000003
102                  ..                  ..                   ..
103 -3.9882474631781122 0.48077121196112671   4.1254049931651195
104              2.0305  2.0205000000000002   2.0474999999999999
105                  ..                  ..                   ..
106                  ..                  ..                   ..
107  3.9830000000000001  3.9249999999999998   3.8620000000000001
108                  ..  5.7399997711181596                   ..
109                &lt;NA&gt;                &lt;NA&gt;                 &lt;NA&gt;
110                &lt;NA&gt;                &lt;NA&gt;                 &lt;NA&gt;
         2004.[YR2004]          2005.[YR2005]          2006.[YR2006]
1   8.2085798365067575      9.763639895665051     9.8879533759372578
2                 2.94     2.8460000000000001     2.7549999999999999
3                   ..                     ..                     ..
4   19.195345192531875     10.619143416611792     15.269387736947905
5                1.605     1.6240000000000001     1.6439999999999999
6                   ..                     ..                     ..
7   6.7438011547279473     23.790431574835807     13.522653216375716
8   1.8440000000000001                  1.825                  1.798
9                   ..                     ..                     ..
10                  ..                     ..    -4.4524912150325235
11                7.16     7.1340000000000003     7.1180000000000003
12                  ..                     ..                     ..
13  11.183203325095988     11.472806723416753     16.933809963099634
14  2.3839999999999999     2.3090000000000002     2.2410000000000001
15                  ..                     ..                     ..
16                  ..                     ..                     ..
17  5.5270000000000001     5.4989999999999997     5.4480000000000004
18                  ..                     ..                     ..
19  7.3513745318263091     17.730080278527154     8.7116474422230823
20                1.93                   1.86                   1.91
21                  ..                     ..       43.7700004577637
22  25.120301155870209     16.473393136621837     15.550413621292165
23  3.0459999999999998     2.9580000000000002                  2.867
24                  ..                     ..                     ..
25  5.4725529893970872    -3.4188262185796106     4.9973139201727577
26                1.78                  1.756     1.7549999999999999
27                  ..                     ..     15.210000038146999
28  6.1743654947755857   -0.55816785255650814     37.268925396397321
29  3.9430000000000001                  3.835     3.7610000000000001
30                  ..                     ..                     ..
31                  ..                     ..                     ..
32  5.7329999999999997     5.7270000000000003     5.7039999999999997
33                  ..                     ..                     ..
34  21.933887487421245    -1.1517220717996253     7.2164417872552207
35                3.71                  3.577     3.4489999999999998
36                  ..     2.7907563220020402     3.1972080804858298
37  17.945167356493783   -0.99802199145916859  2.4786469369274755E-2
38                1.28                   1.31                   1.34
39                  ..       15.4700002670288                     ..
40                  ..                     ..                     ..
41               2.681     2.6480000000000001     2.6589999999999998
42                  ..                     ..                     ..
43                  ..                     ..                     ..
44  4.5270000000000001     4.4459999999999997     4.4589999999999996
45                  ..                     ..                     ..
46  1.6346939034500281    -0.2639217647923715     5.2494281935822755
47                1.34                   1.33                   1.37
48                  ..       10.8400001525879       11.5200004577637
49  1.7818283847514493     2.1916220431491524 -6.1171692647647546E-2
50                1.29                   1.26                   1.32
51                  ..                     ..                     ..
52  15.099999999999895     35.000000000000256     31.699999999999989
53  2.2010000000000001                  2.274                   2.38
54                  ..                     ..                     ..
55  7.6275324877611581     13.240485597852228     31.473948887701596
56  4.8609999999999998     4.8010000000000002     4.7539999999999996
57                  ..                     ..                     ..
58                  ..                     ..                     ..
59  3.7290000000000001                  3.653     3.7109999999999999
60                  ..                     ..                     ..
61                  ..                     ..                     ..
62               2.198     2.1480000000000001                  2.089
63                  ..                     ..                     ..
64                  ..                     ..                     ..
65               2.762     2.7309999999999999                  2.589
66                  ..                     ..                     ..
67                  ..                     ..                     ..
68  2.7730000000000001     2.7650000000000001     2.6989999999999998
69                  ..                     ..                     ..
70  9.1465297269180326     1.7114978744513536    -8.8675683962091227
71  2.3780000000000001     2.2909999999999999     2.2440000000000002
72                  ..                     ..                     ..
73  8.5849354827246316     1.4022439910162063     9.4354462616471864
74               2.536     2.4950000000000001                  2.456
75                  ..                     ..                     ..
76  15.092707422717353    -19.118526465597427     15.302287968538323
77  2.4929999999999999                  2.391     2.3079999999999998
78                  ..     4.8499999046325701                     ..
79  27.115910361521429 -6.4790913581575182E-2     18.971196259809801
80  5.2640000000000002     5.1950000000000003                  5.133
81                  ..                     ..                     ..
82                  ..                     ..                     ..
83               2.262     2.1989999999999998     2.2040000000000002
84                  ..                     ..       3.32999992370606
85  9.3850625058137922   -0.90911258485870405     8.3030851750570065
86  2.6110000000000002                  2.613     2.6110000000000002
87                  ..                     ..                     ..
88                  ..                     ..                     ..
89               1.734                   1.69                   1.73
90                  ..                     ..                     ..
91                  ..                     ..                     ..
92               1.994     2.0059999999999998                  2.101
93                  ..                     ..                     ..
94  45.846059865607799     7.7277486910994639     34.885303265940905
95  4.2140000000000004                  4.133     4.0999999999999996
96                  ..                     ..                     ..
97   2.889154814592132     18.223893304795197     14.858836971124134
98  2.3849999999999998     2.2320000000000002                  1.958
99                  ..     31.159999847412099                     ..
100 10.614276529884407     12.457399701065384     20.347842325153209
101 6.6120000000000001     6.5250000000000004     6.4290000000000003
102                 ..                     ..                     ..
103  7.808467862343818     5.6163796419478302     3.0690986986681423
104 2.0514999999999999     2.0569999999999999     2.1080000000000001
105                 ..                     ..                     ..
106                 ..                     ..                     ..
107 3.7759999999999998     3.6930000000000001     3.6349999999999998
108                 ..                     ..                     ..
109               &lt;NA&gt;                   &lt;NA&gt;                   &lt;NA&gt;
110               &lt;NA&gt;                   &lt;NA&gt;                   &lt;NA&gt;
          2007.[YR2007]         2008.[YR2008]        2009.[YR2009]
1    7.1468674755469834    9.8151059251689645   7.3881446491123199
2    2.6659999999999999                 2.577                2.484
3                    ..                    ..                   ..
4      17.4204056480106    13.877841414056164   20.906572990534045
5    1.6659999999999999    1.7010000000000001                1.714
6                    ..                    ..                   ..
7    9.6780904151340508    25.850639145448014  -24.771304938853675
8    1.8260000000000001                  1.85                1.855
9                    ..                    ..                   ..
10    24.00692585540844    39.433299447367233  0.91738319893157438
11   7.0919999999999996    7.0629999999999997   7.0209999999999999
12                   ..                    ..                   ..
13   15.797051427444416    9.0833219784711758   -6.295573424935597
14   2.1949999999999998    2.1549999999999998   2.0960000000000001
15                   ..                    ..                   ..
16                   ..                    ..  -26.538063925755978
17   5.4029999999999996    5.3570000000000002   5.3319999999999999
18                   ..                    ..                   ..
19  -1.1016281086973123   -13.588568837679929   -19.46530460399552
20   2.0099999999999998                  2.06                 2.06
21   42.900001525878899    42.054328325577401   44.655186274780398
22   17.421714759593357   -2.5925117427081119   13.580692690406494
23   2.7749999999999999    2.7109999999999999   2.6739999999999999
24                   ..                    ..                   ..
25   12.996355130191304    9.6733828839989684   3.1532065634451811
26                1.748    1.7430000000000001                 1.74
27                   ..      14.2799997329712                   ..
28  -11.734416855415887    22.794995029921367  -9.6062029565434699
29   3.6869999999999998                 3.621   3.5649999999999999
30                   ..                    ..                   ..
31   1.3374330327860235    21.965315065513551  -19.366608844966692
32   5.6639999999999997    5.5960000000000001   5.5279999999999996
33                   ..                    ..                   ..
34   24.659583660015684    8.9036070090768931  -44.242158755851349
35                3.351                  3.26                3.173
36                   ..    3.7025154318536102   3.6956943086149798
37  -2.1887666912498958    1.6680387908385654   -24.39363893298902
38                 1.32                  1.35                 1.32
39                   ..                    ..                   ..
40                   ..                    ..                   ..
41                2.681    2.6970000000000001                2.694
42                   ..                    ..                   ..
43                   ..    75.966514977253382  -24.456536647544496
44   4.4039999999999999    4.3730000000000002   4.3780000000000001
45   10.497885914966201                    ..                   ..
46   2.4072855800765751   -4.0025269435953561  -15.470578343462108
47                 1.39                  1.44                 1.44
48   12.210000038146999      12.9799995422363     13.0100002288818
49   -0.880873137117689   -2.9021098978516733  -15.966466349774379
50                 1.34                  1.37                 1.37
51                   ..                    ..                   ..
52   23.400000000000006    -12.79999999999994    2.300000000000054
53   2.4900000000000002    2.6160000000000001                 2.58
54   60.790000915527301                    ..   56.720001220703097
55   8.1585283686731884    14.136222779122747   11.092917559380268
56                4.718                  4.66   4.5670000000000002
57                   ..                    ..   6.3400001525878897
58                   ..                    ..                   ..
59   3.7970000000000002    3.8759999999999999   3.8410000000000002
60                   ..                  25.5                   ..
61                   ..                    ..                   ..
62   2.0230000000000001    1.9530000000000001                1.879
63                   ..                    ..                   ..
64                   ..                    ..                   ..
65   2.4119999999999999                 2.266   2.1549999999999998
66                   ..                    ..                   ..
67                   ..                    ..                   ..
68   2.6480000000000001    2.5990000000000002                2.556
69                   ..                    ..                   ..
70   27.520809928360322    25.535363555835659   18.840496485484366
71   2.2010000000000001    2.1720000000000002   2.1909999999999998
72                   ..                    ..                   ..
73   6.7493756847040629    5.5968078713177505  -11.389802934615489
74   2.4209999999999998                 2.391   2.3639999999999999
75                   ..                    ..                   ..
76    9.861848676169501   0.18671405598109914  -29.593294464816566
77   2.2519999999999998                 2.262   2.2229999999999999
78                   ..                    ..     14.8999996185303
79   34.838040082357793    62.719304295401486  -12.950260135852645
80   5.0830000000000002    5.0430000000000001   5.0030000000000001
81                   ..                    ..                   ..
82                   ..                    ..                   ..
83   2.2930000000000001                 2.371                 2.39
84                   ..                    ..                   ..
85   13.379194475372145    22.875523489851048  -2.6686601135934609
86   2.6179999999999999    2.6120000000000001   2.6240000000000001
87                   ..                    ..                   ..
88   65.337971558961698    31.068939451286269   -33.48127098726502
89                  1.8                  1.89                 1.98
90                   ..                    ..                   ..
91                   ..                    ..                   ..
92                2.206    2.3839999999999999   2.3969999999999998
93                   ..                    ..                   ..
94   21.114073647041877     35.72321056702566 -0.88115382929288444
95                4.117    4.1589999999999998                4.157
96                   ..                    ..                   ..
97   39.436355330874164 2.4401939558572394E-2   8.9377650096063235
98                1.792                 1.516   1.5820000000000001
99                   ..                    ..                   ..
100  15.971501462081378    6.0132702299273291   2.4584639146688829
101  6.3259999999999996                 6.202   6.1239999999999997
102                  ..                    ..                   ..
103 -1.6406938561902962   -6.2519250065440417  -16.487262683928989
104                2.12    2.0720000000000001   2.0019999999999998
105                  ..                    ..                   ..
106                  ..                    ..                   ..
107               3.677    3.7829999999999999                 3.95
108                  ..                    ..                   ..
109                &lt;NA&gt;                  &lt;NA&gt;                 &lt;NA&gt;
110                &lt;NA&gt;                  &lt;NA&gt;                 &lt;NA&gt;
          2010.[YR2010]         2011.[YR2011]        2012.[YR2012]
1    8.5646218893021313    9.5609471282075447   10.567729551718301
2                  2.38    2.3090000000000002   2.2629999999999999
3                    ..    6.1799998283386204   6.4499998092651403
4    15.780418670907736    8.7356191317647927   7.6445527995077072
5    1.6870000000000001    1.6679999999999999                1.798
6                    ..                    ..                   ..
7     24.85343918769081    15.157243523191099   12.152332626586286
8    1.8440000000000001                 1.823                1.798
9                    ..                    ..                   ..
10   29.732321520816299    1.3943790700678136   15.310306713868655
11                 6.99    6.9480000000000004   6.9050000000000002
12                   ..                    ..                   ..
13    9.562094879442796    18.515927393291392   2.8867130354438757
14   2.0099999999999998    1.9379999999999999                1.899
15                   ..                    ..                   ..
16   63.620050473249279    -65.82722197317679   218.75437327931525
17   5.2919999999999998    5.2439999999999998                 5.19
18                   ..                    ..     3.61681341890821
19  -13.142964296417986    4.9083036422605204    15.19745810049838
20   2.0499999999999998    2.0299999999999998                 1.98
21   45.529998779296903    38.279998779296903                   ..
22   15.401899462323996    5.4743931278768514   4.2940689653515562
23   2.5979999999999999                 2.532   2.4700000000000002
24                   ..    7.1700000762939498                   ..
25   9.7053297636100098   -4.3266790837899265  -7.1024622587798802
26   1.7490000000000001                 1.792                1.851
27     17.5100002288818                    ..   18.370000839233398
28   49.193533415933501   -20.583204725417147  -17.287870555928691
29   3.4969999999999999                 3.431   3.3210000000000002
30                   ..                    ..   8.6883098535664196
31   8.3474257846712874    29.310622573676284   16.407854718904915
32   5.4349999999999996    5.3369999999999997   5.2320000000000002
33   1.8899999856948899                    ..                   ..
34   12.007877483292063    24.124731466890623  -2.7035382420539662
35   3.0779999999999998    2.9980000000000002                2.927
36   4.2016787006945098                    ..                   ..
37   2.9462228868750913   -2.6560487657434493  -5.4981370701638497
38                 1.25                  1.23                 1.34
39                   ..    22.940000534057599                 24.5
40                   ..                    ..                   ..
41   2.6840000000000002                 2.694   2.7010000000000001
42                   ..                    ..                   ..
43   52.500317471240777    13.249775136519062  -8.1606477491349665
44   4.4569999999999999    4.5880000000000001   4.5439999999999996
45                   ..                    ..     11.0813807783975
46   5.9858137630627937  -0.68248181821689968  -15.597194921018698
47                 1.44                  1.42                 1.42
48     13.2799997329712      13.2700004577637   14.199999809265099
49   2.9081760921139761    3.0526664327850312   2.9672776777133265
50                 1.39                  1.39                 1.41
51                   ..                    ..                   ..
52   1.9999999999997584    5.4000000000000483   12.700000000000131
53                 2.61                 2.605                 2.64
54                   ..                    ..                   ..
55   15.141955835962136    3.1963470319634695   13.097345132743371
56   4.4459999999999997    4.2839999999999998   4.1159999999999997
57   6.7600002288818404                    ..                   ..
58                   ..                    ..                   ..
59                 3.78                  3.69   3.5680000000000001
60   25.719999313354499                    ..                   ..
61                   ..                    ..                   ..
62   1.7989999999999999    1.7170000000000001   1.6479999999999999
63                   ..      17.7399997711182                   ..
64                   ..   -2.3488179001249705   5.1301182824945926
65                2.044                 1.956                 1.99
66                   ..                    ..                   ..
67                   ..   -72.755966039051785   246.33050556048818
68   2.6030000000000002    2.6459999999999999                 2.68
69                   ..                    ..                   ..
70   4.9848082833440941    3.3690514783104959 -0.16306120178722949
71   2.2559999999999998    2.3199999999999998   2.3450000000000002
72                   ..                    ..                   ..
73   7.0013755531215622    9.1170840299123199   2.5426151489127875
74                 2.34    2.3170000000000002                2.294
75                   ..                    ..                   ..
76    73.04875926751302 2.4439587576409849E-2   16.440305511174458
77   2.1440000000000001                 2.153                2.117
78   15.699999809265099                    ..                   ..
79  -15.566564316631698   -3.0474714228276838   2.3340000480626344
80   4.8959999999999999    4.7370000000000001   4.6130000000000004
81                   ..                    ..                   ..
82                   ..                    ..                   ..
83   2.3490000000000002    2.3069999999999999                2.254
84                   ..                    ..                   ..
85  -1.7402740560218604    10.284040718187228 -0.93217766089617271
86                2.629    2.5950000000000002   2.5430000000000001
87                   ..                    ..                   ..
88  -15.016928243471256   -10.047219530164597  0.31918528647491939
89                  1.7                  1.65                 1.72
90                   ..                    ..                   ..
91                   ..                    ..                   ..
92   2.3849999999999998    2.2200000000000002                2.294
93                   ..                    ..                   ..
94  -4.7456877487837232   -18.085155778427819  -13.405509579412765
95   4.1260000000000003                 4.093   4.0590000000000002
96                   ..                    ..                   ..
97   2.8591992292069222   -3.0494464804515218  -4.5220094975271934
98   1.5649999999999999    1.5389999999999999                1.532
99                   ..                    ..                   ..
100  9.5168754772062982    8.7619940432696097   3.1186187740857747
101  6.0190000000000001    5.8849999999999998   5.7290000000000001
102                  ..    4.6700211395420501                   ..
103  10.365946183065716     4.295262994160737   7.7078178513434494
104               1.931    1.8945000000000001   1.8805000000000001
105                  ..                    ..                   ..
106  61.114821009339124    2.8425822145771633  -17.363842630095732
107                4.04    4.1260000000000003   4.1340000000000003
108                  ..                    ..                   ..
109                &lt;NA&gt;                  &lt;NA&gt;                 &lt;NA&gt;
110                &lt;NA&gt;                  &lt;NA&gt;                 &lt;NA&gt;
          2013.[YR2013]       2014.[YR2014]       2015.[YR2015]
1    5.3646417905794266  9.8550513280373195  7.1188007331672196
2    2.2469999999999999  2.2280000000000002  2.2269999999999999
3    5.8499999046325701  7.4000000953674299  9.8999996185302699
4    9.4621997665880144  7.5011759164324872  3.5538596147083581
5                 1.714  1.7689999999999999                1.67
6                    ..                  ..                  ..
7   -2.1730764279206767 -9.0843161911949721  2.0669993374599898
8                 1.786               1.774  1.7370000000000001
9                    ..                  ..                  ..
10    10.76529573020288  17.341071466803527  -12.44017877413728
11   6.8390000000000004  6.7809999999999997  6.7060000000000004
12                   ..                  ..                  ..
13   7.8066242181214989  11.953560210332668 -1.1512248557093585
14                 1.86  1.8220000000000001  1.7709999999999999
15                   ..                  ..                  ..
16   23.212584255898378   21.67407194933017  10.542658960506571
17   5.1349999999999998  5.0709999999999997                4.97
18   1.2117742418005299  4.4099998474121103                  ..
19  -5.5764638475234705  29.269035610397424  54.724771140672459
20                 1.93                1.89                1.85
21                   ..                  ..  54.104420443939603
22  -3.7066549748374484  7.6936222261668092  4.7295235409574161
23                2.399  2.2930000000000001  2.2890000000000001
24                   ..                  ..                  ..
25  -9.0405501933698389  4.0252704602514484 -38.966690818665285
26                1.913  1.9750000000000001  2.0169999999999999
27   20.579999923706101                  ..                  ..
28   9.9918268124109915  6.1412019189811105 -11.198063507940475
29   3.2210000000000001  3.1640000000000001                3.11
30                   ..                  ..                  ..
31  -8.5934670915635252  3.6819609493233543   9.693590393697221
32   5.1509999999999998                5.07  5.0019999999999998
33                   ..  2.4900000095367401                  ..
34  -11.443319911866283   9.377867444650974   22.42767758953083
35                2.855  2.7930000000000001               2.746
36     4.80544367746164                  ..                  ..
37   5.2362676262418546  12.657832261366053 -1.9158932202087584
38                 1.35                1.44                1.45
39     30.5100002288818    28.7399997711182  29.069999694824201
40                   ..                  ..                  ..
41   2.7109999999999999  2.6949999999999998  2.6669999999999998
42                   ..                  ..                  ..
43   61.479128333596378 -5.9306069857247081  24.127810207255251
44   4.4409999999999998  4.3099999999999996                4.08
45     16.4799995422363                  ..                  ..
46  -5.6546468225471642 0.95057067349195279  1.6821767835713928
47                 1.39                1.38                1.36
48   14.613797771359399    15.1499996185303    15.8500003814697
49   2.4952751327387972  2.6045979428576089  3.3169817105101629
50                 1.43                1.42                1.45
51                   ..                  ..                  ..
52   6.7000000000000455  8.5999999999998522  5.5000000000001421
53                 2.67                2.76  2.7549999999999999
54                   ..                  ..                  ..
55   6.4945226917057823  17.119764878765608 -4.0801129234629911
56   3.9550000000000001               3.843               3.766
57                   ..                  ..                  ..
58                   ..                  ..                  ..
59   3.4489999999999998               3.302               3.141
60                   ..                  ..                  ..
61                   ..                  ..                  ..
62                1.591               1.544               1.508
63                   ..                  ..                  ..
64   6.1534032198072168   7.286028957378349  15.484021830469615
65                1.968                2.06  2.0299999999999998
66                   ..                  ..                  ..
67   16.026391653090457 -7.9260800100096702 -43.714502088382623
68   2.7160000000000002               2.754  2.7109999999999999
69                   ..                  ..                  ..
70   11.135294879336726  -5.126612087140856 -3.4713295214591398
71   2.3610000000000002               2.375  2.3820000000000001
72                   ..                  ..                  ..
73  -3.7794722409500991  1.8755482706876592  4.0839710504372562
74   2.2690000000000001  2.2109999999999999               2.137
75                   ..                  ..                  ..
76  -3.8851348564787287 -4.1803728155419293  17.000723866075163
77   2.0699999999999998  2.0579999999999998               2.008
78                   ..                  ..                  ..
79  -4.3021882102506197 -7.8187957543279794  16.137579682601455
80   4.5270000000000001  4.4210000000000003               4.335
81                   ..                  ..  6.6488167746399096
82                   ..                  .. 0.11503068581710352
83   2.1739999999999999               2.089               2.004
84                   ..  11.065751084388101                  ..
85   5.0006735720409097 -2.1968422232661169  5.6225055971965219
86   2.4780000000000002  2.4249999999999998  2.4060000000000001
87                   ..                  ..                  ..
88   1.1423366667299177  5.1085014407631633  7.8788727856457399
89                 1.73                1.75                 1.7
90                   ..                  ..                  ..
91                   ..                  ..                  ..
92   2.3130000000000002  2.4849999999999999  2.5030000000000001
93                   ..                  ..                  ..
94   16.397198402827783  9.5377347879878442  33.232364719170334
95   4.0389999999999997  3.9990000000000001               3.952
96                   ..                  ..                  ..
97  -3.6550492290033958  9.1682664574236554 -4.4236986375182852
98   1.5269999999999999  1.4830000000000001               1.417
99                   ..                  ..                  ..
100  13.029707435971631 -2.1260938710836257 -0.9678984616588906
101  5.5629999999999997  5.4080000000000004  5.2510000000000003
102                  ..  5.3413882686117304                  ..
103  5.1828146346465331  5.1667580746276371  5.7368579129098123
104  1.8574999999999999              1.8625  1.8434999999999999
105                  ..                  ..                  ..
106 -5.4718698262416012  12.730214662210088  5.6543568388788685
107  4.1109999999999998  4.0110000000000001               3.911
108                  ..                  ..                  ..
109                &lt;NA&gt;                &lt;NA&gt;                &lt;NA&gt;
110                &lt;NA&gt;                &lt;NA&gt;                &lt;NA&gt;
            2016.[YR2016]         2017.[YR2017]        2018.[YR2018]
1      8.9093721506821879     8.359573659353785   12.132901224113439
2      2.2269999999999999    2.2050000000000001   2.1930000000000001
3        10.0299997329712    10.680000305175801      11.420000076294
4      6.9230256943766904    6.2913809856613341   6.7586468857009407
5                   1.772    1.7949999999999999   1.5389999999999999
6                      ..                    ..                   ..
7     -4.4584529515901608 7.0816768294719168E-3   9.6798548265926883
8      1.6859999999999999    1.5629999999999999   1.5429999999999999
9                      ..                    ..                   ..
10     -23.72590271546909   -14.143430635933797   28.959012928497401
11     6.6230000000000002    6.5369999999999999   6.4640000000000004
12                     ..                    ..   1.5264268590416199
13   -0.16256762761035759   -3.2283736661884603   1.5041011102213844
14     1.7190000000000001    1.7170000000000001   1.7150000000000001
15                     ..                    ..                   ..
16     11.993533379717732   -1.1295595896088315   11.586400964379237
17     4.8730000000000002    4.7569999999999997   4.5960000000000001
18     3.6003696643112399                    ..                   ..
19     36.182790844265213    4.2880537867221733  -12.337058817176299
20                   1.81                  1.77                 1.75
21                     ..    43.900001525878899                   ..
22     3.6745680776151914    10.836289782314836   10.954733677408711
23     2.2839999999999998    2.1930000000000001   2.1840000000000002
24                     ..                    ..   7.9400000572204599
25     32.816085789353167    10.100247715630744  -11.601461250437666
26     2.0539999999999998    2.0230000000000001                1.919
27                     ..                    ..                   ..
28     4.4153622173423344    10.238042404418607  -5.2851582678175788
29     3.0539999999999998    2.9849999999999999   2.9239999999999999
30                     ..                    ..                   ..
31     134.71636035787017    -55.80338214957002   7.0454434348656605
32                  4.915    4.7930000000000001   4.6689999999999996
33                     ..                    ..   2.8399999141693102
34    -5.1818273661277061    12.558138457547344   7.8652933974009471
35     2.7040000000000002    2.6629999999999998                2.645
36                     ..    5.7598675314664298                   ..
37    -2.6691224788592365    8.2261175777229738    17.09183268092282
38                   1.53                  1.54                 1.55
39     28.889999389648398    29.456714138116599   30.808230732794701
40                     ..                    ..                   ..
41     2.6339999999999999                 2.593   2.5529999999999999
42                     ..                    ..   11.441829930960701
43    -17.480698040281538  -0.36635653173148341   2.6567083690842423
44                  3.843                  3.64   3.5470000000000002
45                     ..                    ..                   ..
46     5.0506734389694827    4.3102186136210037   3.8246901347224167
47                   1.36                  1.34                 1.31
48     16.441318170117501    17.623368132835601   18.156277066332901
49    0.72124364885162606    2.1107800341801095   1.1960968562039653
50                   1.44                  1.43                 1.42
51                     ..                    ..                   ..
52     2.5000000000000568    3.0999999999999943   2.8999999999999631
53     2.7949999999999999    2.7450000000000001   2.8450000000000002
54                     ..                    ..   79.040000915527301
55    -3.9000551354087776    11.987258705074666   -2.339557084552311
56     3.6890000000000001                 3.609                3.536
57                     ..                    ..                   ..
58                     ..                    ..                   ..
59     3.0720000000000001    2.9940000000000002                2.923
60                     ..    28.378101412562401   33.639999389648402
61                     ..                    ..                   ..
62                  1.464    1.4279999999999999                  1.4
63                     ..                    ..                   ..
64     11.553876341697446    1.2366495227874594   4.6378013080351224
65     2.0609999999999999                  2.16   2.1179999999999999
66                     ..                    ..                   ..
67    -18.661192735245621    33.652499381007885   33.897077891174973
68                  2.673    2.6259999999999999                2.581
69                     ..                    ..                   ..
70     12.963204958752712   -1.4757570138561107   5.4162889417233657
71                   2.39    2.3719999999999999                2.347
72                     ..                    ..                   ..
73     1.0458525017553484   -0.2174328966173249 -0.50804763283726118
74     2.0859999999999999    2.0409999999999999   2.0299999999999998
75       14.0100002288818      14.4899997711182     15.3400001525879
76     4.4309637674839308     6.284134943093278  -1.5686001980269708
77     1.9419999999999999                 1.893   1.8380000000000001
78     21.719999313354499                    ..                   ..
79     13.817532398607796   -7.4052522263869918   43.072247824225883
80     4.2850000000000001    4.2590000000000003   4.2460000000000004
81                     ..                    ..                   ..
82     8.4712434549960562    9.1720381505808746   13.842479661996919
83                  1.903                 1.798                 1.71
84       17.6328742901498                    ..                   ..
85     8.0858532247064687    3.0223048296486041   5.2535205755386443
86     2.3959999999999999                 2.375   2.3540000000000001
87                     ..                    ..                   ..
88     40.596422692966229    20.269634008794625   15.300739029449602
89                    1.8                   1.8                  1.8
90                     ..                    ..   23.305035349773501
91                     ..                    ..                   ..
92     2.5779999999999998    2.4180000000000001   2.4849999999999999
93                     ..                    ..                   ..
94    -23.043427998921047    18.176355715787878    14.85106563281218
95                  3.915                 3.875   3.8340000000000001
96                     ..                    ..                   ..
97  1.4476571288213336E-2    0.3201076199772217  -0.7953994492392269
98     1.3660000000000001                  1.35                1.288
99                     ..    49.180000305175803   52.470001220703097
100     11.87811079538676    2.1035954485340227   9.7488706272178263
101    5.1120000000000001    4.9870000000000001                4.867
102                    ..    7.2742211361673403                   ..
103   0.37448962581872536    4.2209959217557156   5.5560844638212927
104                1.8205    1.7655000000000001               1.7295
105                    ..                    ..                   ..
106   0.63560871251027606    4.3595096278571361   37.760389298558039
107    3.8279999999999998    3.7679999999999998   3.7440000000000002
108                    ..                    ..                   ..
109                  &lt;NA&gt;                  &lt;NA&gt;                 &lt;NA&gt;
110                  &lt;NA&gt;                  &lt;NA&gt;                 &lt;NA&gt;
            2019.[YR2019]       2020.[YR2020]
1      6.8802802368661276   3.945871701546082
2      2.1800000000000002  2.1749999999999998
3        11.9799995422363                  ..
4      4.1322447795151476  4.2033784029235761
5                   1.496               1.236
6                      ..     15.420000076294
7      1.2528725576875814 -17.836178515784226
8                    1.43  1.3069999999999999
9                      ..                  ..
10     7.2316722988265809 -10.486420254840695
11     6.4119999999999999  6.3460000000000001
12                     ..                  ..
13     2.9524327320796573 -20.680621495544855
14                   1.71               1.694
15     23.190000534057599    24.2700004577637
16     4.5723135765865806  9.3021644627758491
17     4.5229999999999997  4.4610000000000003
18                     ..                  ..
19     99.690492637427752  -14.63134297626263
20                   1.71                1.63
21                     ..                  ..
22    -2.5894279869937264  -7.392369845047952
23                   2.12  2.0470000000000002
24                     ..    10.4899997711182
25    -7.2571374918876046  10.073433606597163
26                  1.766                 1.7
27                     ..                  ..
28     13.375953701535209 -30.087347046940209
29     2.8620000000000001  2.8039999999999998
30                     ..                  ..
31     4.3963708701553657  51.045208594548143
32     4.5759999999999996  4.4889999999999999
33                     ..                  ..
34    -12.239061671302593 -16.491273072717505
35     2.6110000000000002               2.577
36                     ..                  ..
37     12.174550788785893 -7.7422069221240832
38                   1.55                1.59
39     31.317926845960699  32.919998168945298
40                     ..                  ..
41     2.5209999999999999  2.4910000000000001
42       11.9545523274491                  ..
43     38.634656955435759 -34.923762503036357
44                   3.48               3.419
45                     ..                  ..
46   -0.94097360970559407 -9.9494480863780979
47                   1.27                1.24
48     18.432380465923199  18.409999847412099
49  6.1928377522164624E-2 -5.3882625841048366
50                   1.36                1.33
51                     ..  39.450000762939503
52      12.19999999999996 -1.0000000000000711
53                   2.89                3.13
54                     ..                  ..
55     5.2512721623016176  2.2254346367261775
56     3.4329999999999998  3.3639999999999999
57     3.7633273382194599                  ..
58                     ..                  ..
59                  2.855  2.7909999999999999
60     29.267909754602002  33.849998474121101
61                     ..                  ..
62                   1.39               1.383
63                     ..                  ..
64    -8.4062355548624907 -35.480936390221999
65     2.0819999999999999  2.0329999999999999
66                     ..                  ..
67    -40.258942615485601  32.105449135564982
68     2.5390000000000001  2.5070000000000001
69                     ..                  ..
70    -40.266721568192033 -56.080664427664715
71                  2.327  2.3079999999999998
72     28.179225579462798                  ..
73    -4.2432975233660244 -18.343464299164111
74                   2.02                1.99
75                     ..  18.280000686645501
76    -3.7507095236406798 -12.058405481774699
77     1.7769999999999999                1.68
78     23.440000534057599                  ..
79     5.7439375713464642 -11.260512434255318
80     4.2210000000000001                4.17
81                     ..                  ..
82     -4.062068204740271  -54.26624176658725
83                   1.64               1.613
84     25.148374273669798                  ..
85   -0.21033779620134396 -11.902922797430875
86     2.3420000000000001  2.3199999999999998
87                     ..                  ..
88     1.0874116201712951 -16.068367674986447
89                    1.8                1.75
90     24.575167554544901  24.827213982304599
91                     ..                  ..
92                  2.403                2.38
93                     ..                  ..
94    -3.5674758356083487  30.058533226213711
95                   3.79               3.738
96     6.5593724952555101  5.2239602665842497
97     3.6766149930661527 -20.377510258519521
98     1.2470000000000001  1.2889999999999999
99     53.650001525878899                  ..
100     9.689958281547888  0.1461671240163156
101    4.7439999999999998  4.6210000000000004
102    8.8806056552885195                  ..
103    3.2716551989612839 -3.0063870562924677
104                 1.706              1.6415
105                    ..                  ..
106   -5.1982200005003563 0.83200697215097819
107    3.7480000000000002               3.754
108                    ..                  ..
109                  &lt;NA&gt;                &lt;NA&gt;
110                  &lt;NA&gt;                &lt;NA&gt;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7.1</dc:title>
  <dc:creator>Kunaal Raghav</dc:creator>
  <cp:keywords/>
  <dcterms:created xsi:type="dcterms:W3CDTF">2026-03-03T22:23:10Z</dcterms:created>
  <dcterms:modified xsi:type="dcterms:W3CDTF">2026-03-03T22:23:10Z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